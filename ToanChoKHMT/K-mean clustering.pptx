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29" r:id="rId2"/>
    <p:sldId id="330" r:id="rId3"/>
    <p:sldId id="331" r:id="rId4"/>
    <p:sldId id="332" r:id="rId5"/>
    <p:sldId id="333" r:id="rId6"/>
    <p:sldId id="335" r:id="rId7"/>
    <p:sldId id="336" r:id="rId8"/>
    <p:sldId id="337" r:id="rId9"/>
    <p:sldId id="338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4D9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0" autoAdjust="0"/>
    <p:restoredTop sz="80742" autoAdjust="0"/>
  </p:normalViewPr>
  <p:slideViewPr>
    <p:cSldViewPr snapToGrid="0">
      <p:cViewPr varScale="1">
        <p:scale>
          <a:sx n="90" d="100"/>
          <a:sy n="90" d="100"/>
        </p:scale>
        <p:origin x="11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80DD5-EF5B-41A2-A0F3-826DC442970A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C561C-BA82-4365-B37E-3E0E77BB4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7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437160" y="406079"/>
            <a:ext cx="1317675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Boyd</a:t>
            </a:r>
            <a:r>
              <a:rPr lang="en-US" spc="-30"/>
              <a:t> </a:t>
            </a:r>
            <a:r>
              <a:rPr lang="en-US" spc="30"/>
              <a:t>&amp;</a:t>
            </a:r>
            <a:r>
              <a:rPr lang="en-US" spc="-30"/>
              <a:t> </a:t>
            </a:r>
            <a:r>
              <a:rPr lang="en-US" spc="20"/>
              <a:t>Vandenberghe</a:t>
            </a:r>
            <a:endParaRPr lang="en-US" spc="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Introduction</a:t>
            </a:r>
            <a:r>
              <a:rPr lang="en-US" spc="10"/>
              <a:t> to </a:t>
            </a:r>
            <a:r>
              <a:rPr lang="en-US" spc="20"/>
              <a:t>Applied Linear</a:t>
            </a:r>
            <a:r>
              <a:rPr lang="en-US" spc="10"/>
              <a:t> </a:t>
            </a:r>
            <a:r>
              <a:rPr lang="en-US" spc="20"/>
              <a:t>Algebra</a:t>
            </a:r>
            <a:endParaRPr lang="en-US" spc="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10.</a:t>
            </a:r>
            <a:fld id="{81D60167-4931-47E6-BA6A-407CBD079E47}" type="slidenum">
              <a:rPr spc="20" smtClean="0"/>
              <a:pPr marL="25168" defTabSz="1812066">
                <a:spcBef>
                  <a:spcPts val="436"/>
                </a:spcBef>
              </a:pPr>
              <a:t>‹#›</a:t>
            </a:fld>
            <a:endParaRPr spc="20" dirty="0"/>
          </a:p>
        </p:txBody>
      </p:sp>
    </p:spTree>
    <p:extLst>
      <p:ext uri="{BB962C8B-B14F-4D97-AF65-F5344CB8AC3E}">
        <p14:creationId xmlns:p14="http://schemas.microsoft.com/office/powerpoint/2010/main" val="3375369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7021" y="406079"/>
            <a:ext cx="1857952" cy="320216"/>
          </a:xfrm>
        </p:spPr>
        <p:txBody>
          <a:bodyPr lIns="0" tIns="0" rIns="0" bIns="0"/>
          <a:lstStyle>
            <a:lvl1pPr>
              <a:defRPr sz="2081" b="1" i="0">
                <a:solidFill>
                  <a:srgbClr val="21479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422" y="1780623"/>
            <a:ext cx="10481156" cy="274562"/>
          </a:xfrm>
        </p:spPr>
        <p:txBody>
          <a:bodyPr lIns="0" tIns="0" rIns="0" bIns="0"/>
          <a:lstStyle>
            <a:lvl1pPr>
              <a:defRPr sz="1784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Boyd</a:t>
            </a:r>
            <a:r>
              <a:rPr lang="en-US" spc="-30"/>
              <a:t> </a:t>
            </a:r>
            <a:r>
              <a:rPr lang="en-US" spc="30"/>
              <a:t>&amp;</a:t>
            </a:r>
            <a:r>
              <a:rPr lang="en-US" spc="-30"/>
              <a:t> </a:t>
            </a:r>
            <a:r>
              <a:rPr lang="en-US" spc="20"/>
              <a:t>Vandenberghe</a:t>
            </a:r>
            <a:endParaRPr lang="en-US" spc="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Introduction</a:t>
            </a:r>
            <a:r>
              <a:rPr lang="en-US" spc="10"/>
              <a:t> to </a:t>
            </a:r>
            <a:r>
              <a:rPr lang="en-US" spc="20"/>
              <a:t>Applied Linear</a:t>
            </a:r>
            <a:r>
              <a:rPr lang="en-US" spc="10"/>
              <a:t> </a:t>
            </a:r>
            <a:r>
              <a:rPr lang="en-US" spc="20"/>
              <a:t>Algebra</a:t>
            </a:r>
            <a:endParaRPr lang="en-US" spc="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10.</a:t>
            </a:r>
            <a:fld id="{81D60167-4931-47E6-BA6A-407CBD079E47}" type="slidenum">
              <a:rPr spc="20" smtClean="0"/>
              <a:pPr marL="25168" defTabSz="1812066">
                <a:spcBef>
                  <a:spcPts val="436"/>
                </a:spcBef>
              </a:pPr>
              <a:t>‹#›</a:t>
            </a:fld>
            <a:endParaRPr spc="20" dirty="0"/>
          </a:p>
        </p:txBody>
      </p:sp>
    </p:spTree>
    <p:extLst>
      <p:ext uri="{BB962C8B-B14F-4D97-AF65-F5344CB8AC3E}">
        <p14:creationId xmlns:p14="http://schemas.microsoft.com/office/powerpoint/2010/main" val="35064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7021" y="406079"/>
            <a:ext cx="1857952" cy="320216"/>
          </a:xfrm>
        </p:spPr>
        <p:txBody>
          <a:bodyPr lIns="0" tIns="0" rIns="0" bIns="0"/>
          <a:lstStyle>
            <a:lvl1pPr>
              <a:defRPr sz="2081" b="1" i="0">
                <a:solidFill>
                  <a:srgbClr val="21479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0"/>
            <a:ext cx="530351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19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Boyd</a:t>
            </a:r>
            <a:r>
              <a:rPr lang="en-US" spc="-30"/>
              <a:t> </a:t>
            </a:r>
            <a:r>
              <a:rPr lang="en-US" spc="30"/>
              <a:t>&amp;</a:t>
            </a:r>
            <a:r>
              <a:rPr lang="en-US" spc="-30"/>
              <a:t> </a:t>
            </a:r>
            <a:r>
              <a:rPr lang="en-US" spc="20"/>
              <a:t>Vandenberghe</a:t>
            </a:r>
            <a:endParaRPr lang="en-US" spc="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Introduction</a:t>
            </a:r>
            <a:r>
              <a:rPr lang="en-US" spc="10"/>
              <a:t> to </a:t>
            </a:r>
            <a:r>
              <a:rPr lang="en-US" spc="20"/>
              <a:t>Applied Linear</a:t>
            </a:r>
            <a:r>
              <a:rPr lang="en-US" spc="10"/>
              <a:t> </a:t>
            </a:r>
            <a:r>
              <a:rPr lang="en-US" spc="20"/>
              <a:t>Algebra</a:t>
            </a:r>
            <a:endParaRPr lang="en-US" spc="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10.</a:t>
            </a:r>
            <a:fld id="{81D60167-4931-47E6-BA6A-407CBD079E47}" type="slidenum">
              <a:rPr spc="20" smtClean="0"/>
              <a:pPr marL="25168" defTabSz="1812066">
                <a:spcBef>
                  <a:spcPts val="436"/>
                </a:spcBef>
              </a:pPr>
              <a:t>‹#›</a:t>
            </a:fld>
            <a:endParaRPr spc="20" dirty="0"/>
          </a:p>
        </p:txBody>
      </p:sp>
    </p:spTree>
    <p:extLst>
      <p:ext uri="{BB962C8B-B14F-4D97-AF65-F5344CB8AC3E}">
        <p14:creationId xmlns:p14="http://schemas.microsoft.com/office/powerpoint/2010/main" val="392982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7021" y="406079"/>
            <a:ext cx="1857952" cy="320216"/>
          </a:xfrm>
        </p:spPr>
        <p:txBody>
          <a:bodyPr lIns="0" tIns="0" rIns="0" bIns="0"/>
          <a:lstStyle>
            <a:lvl1pPr>
              <a:defRPr sz="2081" b="1" i="0">
                <a:solidFill>
                  <a:srgbClr val="21479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Boyd</a:t>
            </a:r>
            <a:r>
              <a:rPr lang="en-US" spc="-30"/>
              <a:t> </a:t>
            </a:r>
            <a:r>
              <a:rPr lang="en-US" spc="30"/>
              <a:t>&amp;</a:t>
            </a:r>
            <a:r>
              <a:rPr lang="en-US" spc="-30"/>
              <a:t> </a:t>
            </a:r>
            <a:r>
              <a:rPr lang="en-US" spc="20"/>
              <a:t>Vandenberghe</a:t>
            </a:r>
            <a:endParaRPr lang="en-US" spc="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Introduction</a:t>
            </a:r>
            <a:r>
              <a:rPr lang="en-US" spc="10"/>
              <a:t> to </a:t>
            </a:r>
            <a:r>
              <a:rPr lang="en-US" spc="20"/>
              <a:t>Applied Linear</a:t>
            </a:r>
            <a:r>
              <a:rPr lang="en-US" spc="10"/>
              <a:t> </a:t>
            </a:r>
            <a:r>
              <a:rPr lang="en-US" spc="20"/>
              <a:t>Algebra</a:t>
            </a:r>
            <a:endParaRPr lang="en-US" spc="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10.</a:t>
            </a:r>
            <a:fld id="{81D60167-4931-47E6-BA6A-407CBD079E47}" type="slidenum">
              <a:rPr spc="20" smtClean="0"/>
              <a:pPr marL="25168" defTabSz="1812066">
                <a:spcBef>
                  <a:spcPts val="436"/>
                </a:spcBef>
              </a:pPr>
              <a:t>‹#›</a:t>
            </a:fld>
            <a:endParaRPr spc="20" dirty="0"/>
          </a:p>
        </p:txBody>
      </p:sp>
    </p:spTree>
    <p:extLst>
      <p:ext uri="{BB962C8B-B14F-4D97-AF65-F5344CB8AC3E}">
        <p14:creationId xmlns:p14="http://schemas.microsoft.com/office/powerpoint/2010/main" val="385189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Boyd</a:t>
            </a:r>
            <a:r>
              <a:rPr lang="en-US" spc="-30"/>
              <a:t> </a:t>
            </a:r>
            <a:r>
              <a:rPr lang="en-US" spc="30"/>
              <a:t>&amp;</a:t>
            </a:r>
            <a:r>
              <a:rPr lang="en-US" spc="-30"/>
              <a:t> </a:t>
            </a:r>
            <a:r>
              <a:rPr lang="en-US" spc="20"/>
              <a:t>Vandenberghe</a:t>
            </a:r>
            <a:endParaRPr lang="en-US" spc="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Introduction</a:t>
            </a:r>
            <a:r>
              <a:rPr lang="en-US" spc="10"/>
              <a:t> to </a:t>
            </a:r>
            <a:r>
              <a:rPr lang="en-US" spc="20"/>
              <a:t>Applied Linear</a:t>
            </a:r>
            <a:r>
              <a:rPr lang="en-US" spc="10"/>
              <a:t> </a:t>
            </a:r>
            <a:r>
              <a:rPr lang="en-US" spc="20"/>
              <a:t>Algebra</a:t>
            </a:r>
            <a:endParaRPr lang="en-US" spc="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10.</a:t>
            </a:r>
            <a:fld id="{81D60167-4931-47E6-BA6A-407CBD079E47}" type="slidenum">
              <a:rPr spc="20" smtClean="0"/>
              <a:pPr marL="25168" defTabSz="1812066">
                <a:spcBef>
                  <a:spcPts val="436"/>
                </a:spcBef>
              </a:pPr>
              <a:t>‹#›</a:t>
            </a:fld>
            <a:endParaRPr spc="20" dirty="0"/>
          </a:p>
        </p:txBody>
      </p:sp>
    </p:spTree>
    <p:extLst>
      <p:ext uri="{BB962C8B-B14F-4D97-AF65-F5344CB8AC3E}">
        <p14:creationId xmlns:p14="http://schemas.microsoft.com/office/powerpoint/2010/main" val="337481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67021" y="406079"/>
            <a:ext cx="185795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1479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422" y="1780623"/>
            <a:ext cx="10481156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00849" y="6254537"/>
            <a:ext cx="2171382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Boyd</a:t>
            </a:r>
            <a:r>
              <a:rPr lang="en-US" spc="-30"/>
              <a:t> </a:t>
            </a:r>
            <a:r>
              <a:rPr lang="en-US" spc="30"/>
              <a:t>&amp;</a:t>
            </a:r>
            <a:r>
              <a:rPr lang="en-US" spc="-30"/>
              <a:t> </a:t>
            </a:r>
            <a:r>
              <a:rPr lang="en-US" spc="20"/>
              <a:t>Vandenberghe</a:t>
            </a:r>
            <a:endParaRPr lang="en-US" spc="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8058" y="6254537"/>
            <a:ext cx="3590426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Introduction</a:t>
            </a:r>
            <a:r>
              <a:rPr lang="en-US" spc="10"/>
              <a:t> to </a:t>
            </a:r>
            <a:r>
              <a:rPr lang="en-US" spc="20"/>
              <a:t>Applied Linear</a:t>
            </a:r>
            <a:r>
              <a:rPr lang="en-US" spc="10"/>
              <a:t> </a:t>
            </a:r>
            <a:r>
              <a:rPr lang="en-US" spc="20"/>
              <a:t>Algebra</a:t>
            </a:r>
            <a:endParaRPr lang="en-US" spc="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4087" y="6254538"/>
            <a:ext cx="663339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rgbClr val="214796"/>
                </a:solidFill>
                <a:latin typeface="Microsoft Sans Serif"/>
                <a:cs typeface="Microsoft Sans Serif"/>
              </a:defRPr>
            </a:lvl1pPr>
          </a:lstStyle>
          <a:p>
            <a:pPr marL="25168" defTabSz="1812066">
              <a:spcBef>
                <a:spcPts val="436"/>
              </a:spcBef>
            </a:pPr>
            <a:r>
              <a:rPr lang="en-US" spc="20"/>
              <a:t>10.</a:t>
            </a:r>
            <a:fld id="{81D60167-4931-47E6-BA6A-407CBD079E47}" type="slidenum">
              <a:rPr spc="20" smtClean="0"/>
              <a:pPr marL="25168" defTabSz="1812066">
                <a:spcBef>
                  <a:spcPts val="436"/>
                </a:spcBef>
              </a:pPr>
              <a:t>‹#›</a:t>
            </a:fld>
            <a:endParaRPr spc="20" dirty="0"/>
          </a:p>
        </p:txBody>
      </p:sp>
    </p:spTree>
    <p:extLst>
      <p:ext uri="{BB962C8B-B14F-4D97-AF65-F5344CB8AC3E}">
        <p14:creationId xmlns:p14="http://schemas.microsoft.com/office/powerpoint/2010/main" val="285635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06033">
        <a:defRPr>
          <a:latin typeface="+mn-lt"/>
          <a:ea typeface="+mn-ea"/>
          <a:cs typeface="+mn-cs"/>
        </a:defRPr>
      </a:lvl2pPr>
      <a:lvl3pPr marL="1812066">
        <a:defRPr>
          <a:latin typeface="+mn-lt"/>
          <a:ea typeface="+mn-ea"/>
          <a:cs typeface="+mn-cs"/>
        </a:defRPr>
      </a:lvl3pPr>
      <a:lvl4pPr marL="2718100">
        <a:defRPr>
          <a:latin typeface="+mn-lt"/>
          <a:ea typeface="+mn-ea"/>
          <a:cs typeface="+mn-cs"/>
        </a:defRPr>
      </a:lvl4pPr>
      <a:lvl5pPr marL="3624133">
        <a:defRPr>
          <a:latin typeface="+mn-lt"/>
          <a:ea typeface="+mn-ea"/>
          <a:cs typeface="+mn-cs"/>
        </a:defRPr>
      </a:lvl5pPr>
      <a:lvl6pPr marL="4530166">
        <a:defRPr>
          <a:latin typeface="+mn-lt"/>
          <a:ea typeface="+mn-ea"/>
          <a:cs typeface="+mn-cs"/>
        </a:defRPr>
      </a:lvl6pPr>
      <a:lvl7pPr marL="5436199">
        <a:defRPr>
          <a:latin typeface="+mn-lt"/>
          <a:ea typeface="+mn-ea"/>
          <a:cs typeface="+mn-cs"/>
        </a:defRPr>
      </a:lvl7pPr>
      <a:lvl8pPr marL="6342233">
        <a:defRPr>
          <a:latin typeface="+mn-lt"/>
          <a:ea typeface="+mn-ea"/>
          <a:cs typeface="+mn-cs"/>
        </a:defRPr>
      </a:lvl8pPr>
      <a:lvl9pPr marL="72482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06033">
        <a:defRPr>
          <a:latin typeface="+mn-lt"/>
          <a:ea typeface="+mn-ea"/>
          <a:cs typeface="+mn-cs"/>
        </a:defRPr>
      </a:lvl2pPr>
      <a:lvl3pPr marL="1812066">
        <a:defRPr>
          <a:latin typeface="+mn-lt"/>
          <a:ea typeface="+mn-ea"/>
          <a:cs typeface="+mn-cs"/>
        </a:defRPr>
      </a:lvl3pPr>
      <a:lvl4pPr marL="2718100">
        <a:defRPr>
          <a:latin typeface="+mn-lt"/>
          <a:ea typeface="+mn-ea"/>
          <a:cs typeface="+mn-cs"/>
        </a:defRPr>
      </a:lvl4pPr>
      <a:lvl5pPr marL="3624133">
        <a:defRPr>
          <a:latin typeface="+mn-lt"/>
          <a:ea typeface="+mn-ea"/>
          <a:cs typeface="+mn-cs"/>
        </a:defRPr>
      </a:lvl5pPr>
      <a:lvl6pPr marL="4530166">
        <a:defRPr>
          <a:latin typeface="+mn-lt"/>
          <a:ea typeface="+mn-ea"/>
          <a:cs typeface="+mn-cs"/>
        </a:defRPr>
      </a:lvl6pPr>
      <a:lvl7pPr marL="5436199">
        <a:defRPr>
          <a:latin typeface="+mn-lt"/>
          <a:ea typeface="+mn-ea"/>
          <a:cs typeface="+mn-cs"/>
        </a:defRPr>
      </a:lvl7pPr>
      <a:lvl8pPr marL="6342233">
        <a:defRPr>
          <a:latin typeface="+mn-lt"/>
          <a:ea typeface="+mn-ea"/>
          <a:cs typeface="+mn-cs"/>
        </a:defRPr>
      </a:lvl8pPr>
      <a:lvl9pPr marL="72482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6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6.xml"/><Relationship Id="rId4" Type="http://schemas.openxmlformats.org/officeDocument/2006/relationships/slide" Target="slide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4941" y="1997918"/>
            <a:ext cx="4500504" cy="1060463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 defTabSz="1812066">
              <a:spcBef>
                <a:spcPts val="178"/>
              </a:spcBef>
            </a:pPr>
            <a:r>
              <a:rPr lang="en-US" sz="4000" spc="-10" dirty="0">
                <a:solidFill>
                  <a:srgbClr val="214796"/>
                </a:solidFill>
                <a:latin typeface="Microsoft Sans Serif"/>
                <a:cs typeface="Microsoft Sans Serif"/>
              </a:rPr>
              <a:t>Applications</a:t>
            </a:r>
          </a:p>
          <a:p>
            <a:pPr marL="25168" defTabSz="1812066">
              <a:spcBef>
                <a:spcPts val="178"/>
              </a:spcBef>
            </a:pPr>
            <a:r>
              <a:rPr sz="2576" spc="-20" dirty="0">
                <a:solidFill>
                  <a:srgbClr val="214796"/>
                </a:solidFill>
                <a:latin typeface="Microsoft Sans Serif"/>
                <a:cs typeface="Microsoft Sans Serif"/>
              </a:rPr>
              <a:t>Clustering</a:t>
            </a:r>
            <a:endParaRPr sz="2576" dirty="0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188379882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602323" y="406078"/>
            <a:ext cx="984029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Outline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6411" y="2030112"/>
            <a:ext cx="1267157" cy="2852096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784" spc="-10" dirty="0">
                <a:solidFill>
                  <a:srgbClr val="214796"/>
                </a:solidFill>
                <a:latin typeface="Microsoft Sans Serif"/>
                <a:cs typeface="Microsoft Sans Serif"/>
                <a:hlinkClick r:id="rId2" action="ppaction://hlinksldjump"/>
              </a:rPr>
              <a:t>Clustering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25168" marR="10067" defTabSz="1812066">
              <a:lnSpc>
                <a:spcPct val="310100"/>
              </a:lnSpc>
            </a:pPr>
            <a:r>
              <a:rPr sz="1784" spc="-10" dirty="0">
                <a:solidFill>
                  <a:srgbClr val="D2DAEA"/>
                </a:solidFill>
                <a:latin typeface="Microsoft Sans Serif"/>
                <a:cs typeface="Microsoft Sans Serif"/>
                <a:hlinkClick r:id="rId3" action="ppaction://hlinksldjump"/>
              </a:rPr>
              <a:t>Algorithm </a:t>
            </a:r>
            <a:r>
              <a:rPr sz="1784" dirty="0">
                <a:solidFill>
                  <a:srgbClr val="D2DAEA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srgbClr val="D2DAEA"/>
                </a:solidFill>
                <a:latin typeface="Microsoft Sans Serif"/>
                <a:cs typeface="Microsoft Sans Serif"/>
                <a:hlinkClick r:id="rId4" action="ppaction://hlinksldjump"/>
              </a:rPr>
              <a:t>Examples </a:t>
            </a:r>
            <a:r>
              <a:rPr sz="1784" dirty="0">
                <a:solidFill>
                  <a:srgbClr val="D2DAEA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srgbClr val="D2DAEA"/>
                </a:solidFill>
                <a:latin typeface="Microsoft Sans Serif"/>
                <a:cs typeface="Microsoft Sans Serif"/>
                <a:hlinkClick r:id="rId5" action="ppaction://hlinksldjump"/>
              </a:rPr>
              <a:t>Applications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97425314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9905" y="406078"/>
            <a:ext cx="1389217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20" dirty="0"/>
              <a:t>Clus</a:t>
            </a:r>
            <a:r>
              <a:rPr spc="-10" dirty="0"/>
              <a:t>t</a:t>
            </a:r>
            <a:r>
              <a:rPr spc="20" dirty="0"/>
              <a:t>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9607" y="1403118"/>
            <a:ext cx="6187300" cy="131911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22145" indent="-247901" defTabSz="1812066"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gi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v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982" i="1" spc="10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-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v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ec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ors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spc="4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endParaRPr sz="2081" baseline="-11904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goal:</a:t>
            </a:r>
            <a:r>
              <a:rPr sz="1784" spc="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(divide,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cluster)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into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982" i="1" spc="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groups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714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want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vectors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same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group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close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one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another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54166" y="3701496"/>
            <a:ext cx="1138806" cy="1342658"/>
            <a:chOff x="719587" y="1867884"/>
            <a:chExt cx="574675" cy="677545"/>
          </a:xfrm>
        </p:grpSpPr>
        <p:sp>
          <p:nvSpPr>
            <p:cNvPr id="5" name="object 5"/>
            <p:cNvSpPr/>
            <p:nvPr/>
          </p:nvSpPr>
          <p:spPr>
            <a:xfrm>
              <a:off x="1047007" y="2295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047007" y="2295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45274" y="22146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045274" y="22146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25403" y="22815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025403" y="22815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981582" y="21761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81582" y="21761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072947" y="235715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072947" y="235715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939887" y="22407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39887" y="22407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34314" y="24076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034314" y="24076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153280" y="23800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153280" y="23800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105934" y="2374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105934" y="2374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074561" y="21896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074561" y="21896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974665" y="21210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974665" y="21210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113722" y="23603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113722" y="23603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972106" y="20621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972106" y="20621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999737" y="23235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9737" y="23235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075266" y="24310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75266" y="24310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905065" y="2376347"/>
              <a:ext cx="99695" cy="55880"/>
            </a:xfrm>
            <a:custGeom>
              <a:avLst/>
              <a:gdLst/>
              <a:ahLst/>
              <a:cxnLst/>
              <a:rect l="l" t="t" r="r" b="b"/>
              <a:pathLst>
                <a:path w="99694" h="55880">
                  <a:moveTo>
                    <a:pt x="25311" y="35712"/>
                  </a:moveTo>
                  <a:lnTo>
                    <a:pt x="19646" y="30035"/>
                  </a:lnTo>
                  <a:lnTo>
                    <a:pt x="5664" y="30035"/>
                  </a:lnTo>
                  <a:lnTo>
                    <a:pt x="0" y="35712"/>
                  </a:lnTo>
                  <a:lnTo>
                    <a:pt x="0" y="49682"/>
                  </a:lnTo>
                  <a:lnTo>
                    <a:pt x="5664" y="55346"/>
                  </a:lnTo>
                  <a:lnTo>
                    <a:pt x="19646" y="55346"/>
                  </a:lnTo>
                  <a:lnTo>
                    <a:pt x="25311" y="49682"/>
                  </a:lnTo>
                  <a:lnTo>
                    <a:pt x="25311" y="35712"/>
                  </a:lnTo>
                  <a:close/>
                </a:path>
                <a:path w="99694" h="55880">
                  <a:moveTo>
                    <a:pt x="99618" y="5664"/>
                  </a:moveTo>
                  <a:lnTo>
                    <a:pt x="93954" y="0"/>
                  </a:lnTo>
                  <a:lnTo>
                    <a:pt x="79984" y="0"/>
                  </a:lnTo>
                  <a:lnTo>
                    <a:pt x="74320" y="5664"/>
                  </a:lnTo>
                  <a:lnTo>
                    <a:pt x="74320" y="19646"/>
                  </a:lnTo>
                  <a:lnTo>
                    <a:pt x="79984" y="25311"/>
                  </a:lnTo>
                  <a:lnTo>
                    <a:pt x="93954" y="25311"/>
                  </a:lnTo>
                  <a:lnTo>
                    <a:pt x="99618" y="19646"/>
                  </a:lnTo>
                  <a:lnTo>
                    <a:pt x="99618" y="5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905072" y="2376345"/>
              <a:ext cx="99695" cy="55880"/>
            </a:xfrm>
            <a:custGeom>
              <a:avLst/>
              <a:gdLst/>
              <a:ahLst/>
              <a:cxnLst/>
              <a:rect l="l" t="t" r="r" b="b"/>
              <a:pathLst>
                <a:path w="99694" h="55880">
                  <a:moveTo>
                    <a:pt x="25305" y="42690"/>
                  </a:moveTo>
                  <a:lnTo>
                    <a:pt x="25305" y="35701"/>
                  </a:lnTo>
                  <a:lnTo>
                    <a:pt x="19640" y="30037"/>
                  </a:lnTo>
                  <a:lnTo>
                    <a:pt x="12652" y="30037"/>
                  </a:lnTo>
                  <a:lnTo>
                    <a:pt x="5664" y="30037"/>
                  </a:lnTo>
                  <a:lnTo>
                    <a:pt x="0" y="35701"/>
                  </a:lnTo>
                  <a:lnTo>
                    <a:pt x="0" y="42690"/>
                  </a:lnTo>
                  <a:lnTo>
                    <a:pt x="0" y="49677"/>
                  </a:lnTo>
                  <a:lnTo>
                    <a:pt x="5664" y="55342"/>
                  </a:lnTo>
                  <a:lnTo>
                    <a:pt x="12652" y="55342"/>
                  </a:lnTo>
                  <a:lnTo>
                    <a:pt x="19640" y="55342"/>
                  </a:lnTo>
                  <a:lnTo>
                    <a:pt x="25305" y="49677"/>
                  </a:lnTo>
                  <a:lnTo>
                    <a:pt x="25305" y="42690"/>
                  </a:lnTo>
                  <a:close/>
                </a:path>
                <a:path w="99694" h="55880">
                  <a:moveTo>
                    <a:pt x="99623" y="12652"/>
                  </a:moveTo>
                  <a:lnTo>
                    <a:pt x="99623" y="5664"/>
                  </a:lnTo>
                  <a:lnTo>
                    <a:pt x="93958" y="0"/>
                  </a:lnTo>
                  <a:lnTo>
                    <a:pt x="86970" y="0"/>
                  </a:lnTo>
                  <a:lnTo>
                    <a:pt x="79982" y="0"/>
                  </a:lnTo>
                  <a:lnTo>
                    <a:pt x="74318" y="5664"/>
                  </a:lnTo>
                  <a:lnTo>
                    <a:pt x="74318" y="12652"/>
                  </a:lnTo>
                  <a:lnTo>
                    <a:pt x="74318" y="19640"/>
                  </a:lnTo>
                  <a:lnTo>
                    <a:pt x="79982" y="25305"/>
                  </a:lnTo>
                  <a:lnTo>
                    <a:pt x="86970" y="25305"/>
                  </a:lnTo>
                  <a:lnTo>
                    <a:pt x="93958" y="25305"/>
                  </a:lnTo>
                  <a:lnTo>
                    <a:pt x="99623" y="19640"/>
                  </a:lnTo>
                  <a:lnTo>
                    <a:pt x="99623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051870" y="22241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051870" y="22241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928787" y="23450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928787" y="23450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866024" y="21553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866024" y="21553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076932" y="23711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076932" y="23711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783900" y="20206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83900" y="20206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816753" y="2053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816753" y="2053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947069" y="20834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947069" y="20834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995463" y="23866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995463" y="23866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951902" y="21104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951902" y="21104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1178647" y="227562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1178647" y="227562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225930" y="233658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225930" y="233658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896325" y="1882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896325" y="1882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889732" y="18704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889732" y="18704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904519" y="1966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904519" y="1966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874541" y="19156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874541" y="19156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871841" y="20222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871841" y="20222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939449" y="2170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939449" y="2170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961209" y="21482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961209" y="21482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916527" y="21097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916527" y="21097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931146" y="21917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931146" y="21917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978832" y="21708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978832" y="21708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961662" y="20982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961662" y="20982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994986" y="22190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994986" y="22190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043062" y="224779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1043062" y="224779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1197335" y="22297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1197335" y="22297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1057042" y="23280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1057042" y="23280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1051534" y="21967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1051534" y="21967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1004967" y="24788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1004967" y="24788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1065589" y="19351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1065589" y="19351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929693" y="2330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929693" y="2330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927378" y="20096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927378" y="20096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1266070" y="22483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1266070" y="22483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956583" y="21611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956583" y="21611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743498" y="2177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743498" y="2177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4537" y="22154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784537" y="22154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722118" y="2227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722118" y="2227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999099" y="22004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999099" y="22004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68482" y="19922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68482" y="19922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36387" y="22015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1236387" y="22015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1097990" y="23385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1097990" y="23385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958674" y="19892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958674" y="19892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803600" y="22402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803600" y="22402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1230914" y="24974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1230914" y="24974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1194088" y="25172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1194088" y="25172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1140161" y="23325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1140161" y="23325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1187684" y="23219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1187684" y="23219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50444" y="22987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1050444" y="22987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1153905" y="21850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1153905" y="21850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999795" y="2128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999795" y="2128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1010493" y="2131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1010493" y="2131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1038087" y="2177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1038087" y="2177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823358" y="23356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823358" y="23356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1106873" y="22983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1106873" y="22983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965416" y="22409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965416" y="22409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964354" y="23384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964354" y="23384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881152" y="21860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881152" y="21860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1011316" y="24533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1011316" y="24533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896382" y="19769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896382" y="19769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1095627" y="20886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1095627" y="20886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1154481" y="2040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1154481" y="2040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1253834" y="22667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1253834" y="22667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771500" y="21215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771500" y="21215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929511" y="2133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929511" y="2133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990783" y="21781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990783" y="21781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987987" y="21483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987987" y="21483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967022" y="22269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967022" y="22269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1005355" y="2030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05355" y="2030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1036992" y="23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1036992" y="23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1255860" y="19470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1255860" y="19470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1080855" y="23136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1080855" y="23136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1214662" y="24057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1214662" y="24057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1195138" y="20803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1195138" y="20803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1137402" y="23308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1137402" y="23308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1060693" y="24556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1060693" y="24556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1060414" y="231826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1060414" y="231826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1111196" y="21760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1111196" y="21760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1177294" y="23138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1177294" y="23138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1047971" y="2073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1047971" y="2073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1180128" y="20048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1180128" y="20048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762762" y="23101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762762" y="23101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882276" y="21610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882276" y="21610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9" name="object 199"/>
          <p:cNvGrpSpPr/>
          <p:nvPr/>
        </p:nvGrpSpPr>
        <p:grpSpPr>
          <a:xfrm>
            <a:off x="3478948" y="5238691"/>
            <a:ext cx="60401" cy="60401"/>
            <a:chOff x="984408" y="2643599"/>
            <a:chExt cx="30480" cy="30480"/>
          </a:xfrm>
        </p:grpSpPr>
        <p:sp>
          <p:nvSpPr>
            <p:cNvPr id="200" name="object 200"/>
            <p:cNvSpPr/>
            <p:nvPr/>
          </p:nvSpPr>
          <p:spPr>
            <a:xfrm>
              <a:off x="986938" y="2646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986938" y="2646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2" name="object 202"/>
          <p:cNvGrpSpPr/>
          <p:nvPr/>
        </p:nvGrpSpPr>
        <p:grpSpPr>
          <a:xfrm>
            <a:off x="3913710" y="5152828"/>
            <a:ext cx="60401" cy="60401"/>
            <a:chOff x="1203802" y="2600270"/>
            <a:chExt cx="30480" cy="30480"/>
          </a:xfrm>
        </p:grpSpPr>
        <p:sp>
          <p:nvSpPr>
            <p:cNvPr id="203" name="object 203"/>
            <p:cNvSpPr/>
            <p:nvPr/>
          </p:nvSpPr>
          <p:spPr>
            <a:xfrm>
              <a:off x="1206332" y="26028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1206332" y="26028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4274412" y="3316213"/>
            <a:ext cx="1043171" cy="2291453"/>
            <a:chOff x="1385822" y="1673459"/>
            <a:chExt cx="526415" cy="1156335"/>
          </a:xfrm>
        </p:grpSpPr>
        <p:sp>
          <p:nvSpPr>
            <p:cNvPr id="206" name="object 206"/>
            <p:cNvSpPr/>
            <p:nvPr/>
          </p:nvSpPr>
          <p:spPr>
            <a:xfrm>
              <a:off x="1539087" y="25228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1539087" y="25228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1517448" y="2488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1517448" y="2488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1484431" y="2454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1484431" y="2454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1452249" y="261385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1452249" y="261385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1500004" y="25652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1500004" y="25652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1542211" y="2402217"/>
              <a:ext cx="102870" cy="205740"/>
            </a:xfrm>
            <a:custGeom>
              <a:avLst/>
              <a:gdLst/>
              <a:ahLst/>
              <a:cxnLst/>
              <a:rect l="l" t="t" r="r" b="b"/>
              <a:pathLst>
                <a:path w="102869" h="205739">
                  <a:moveTo>
                    <a:pt x="25311" y="186093"/>
                  </a:moveTo>
                  <a:lnTo>
                    <a:pt x="19634" y="180428"/>
                  </a:lnTo>
                  <a:lnTo>
                    <a:pt x="5664" y="180428"/>
                  </a:lnTo>
                  <a:lnTo>
                    <a:pt x="0" y="186093"/>
                  </a:lnTo>
                  <a:lnTo>
                    <a:pt x="0" y="200063"/>
                  </a:lnTo>
                  <a:lnTo>
                    <a:pt x="5664" y="205727"/>
                  </a:lnTo>
                  <a:lnTo>
                    <a:pt x="19634" y="205727"/>
                  </a:lnTo>
                  <a:lnTo>
                    <a:pt x="25311" y="200063"/>
                  </a:lnTo>
                  <a:lnTo>
                    <a:pt x="25311" y="186093"/>
                  </a:lnTo>
                  <a:close/>
                </a:path>
                <a:path w="102869" h="205739">
                  <a:moveTo>
                    <a:pt x="102603" y="5664"/>
                  </a:moveTo>
                  <a:lnTo>
                    <a:pt x="96939" y="0"/>
                  </a:lnTo>
                  <a:lnTo>
                    <a:pt x="82956" y="0"/>
                  </a:lnTo>
                  <a:lnTo>
                    <a:pt x="77292" y="5664"/>
                  </a:lnTo>
                  <a:lnTo>
                    <a:pt x="77292" y="19634"/>
                  </a:lnTo>
                  <a:lnTo>
                    <a:pt x="82956" y="25298"/>
                  </a:lnTo>
                  <a:lnTo>
                    <a:pt x="96939" y="25298"/>
                  </a:lnTo>
                  <a:lnTo>
                    <a:pt x="102603" y="19634"/>
                  </a:lnTo>
                  <a:lnTo>
                    <a:pt x="102603" y="56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1619511" y="24022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1664343" y="23338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1664343" y="23338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1700302" y="23717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1700302" y="23717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1821091" y="25038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1821091" y="25038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1746339" y="24625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1746339" y="24625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1732920" y="23961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1732920" y="23961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1767821" y="2530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1767821" y="2530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1700368" y="25814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1700368" y="25814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1693951" y="2549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1693951" y="2549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1783967" y="22858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1783967" y="22858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1615918" y="2511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1615918" y="2511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1618082" y="25210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1542217" y="2521024"/>
              <a:ext cx="101600" cy="86995"/>
            </a:xfrm>
            <a:custGeom>
              <a:avLst/>
              <a:gdLst/>
              <a:ahLst/>
              <a:cxnLst/>
              <a:rect l="l" t="t" r="r" b="b"/>
              <a:pathLst>
                <a:path w="101600" h="86994">
                  <a:moveTo>
                    <a:pt x="101170" y="12652"/>
                  </a:moveTo>
                  <a:lnTo>
                    <a:pt x="101170" y="5664"/>
                  </a:lnTo>
                  <a:lnTo>
                    <a:pt x="95506" y="0"/>
                  </a:lnTo>
                  <a:lnTo>
                    <a:pt x="88517" y="0"/>
                  </a:lnTo>
                  <a:lnTo>
                    <a:pt x="81529" y="0"/>
                  </a:lnTo>
                  <a:lnTo>
                    <a:pt x="75865" y="5664"/>
                  </a:lnTo>
                  <a:lnTo>
                    <a:pt x="75865" y="12652"/>
                  </a:lnTo>
                  <a:lnTo>
                    <a:pt x="75865" y="19640"/>
                  </a:lnTo>
                  <a:lnTo>
                    <a:pt x="81529" y="25305"/>
                  </a:lnTo>
                  <a:lnTo>
                    <a:pt x="88517" y="25305"/>
                  </a:lnTo>
                  <a:lnTo>
                    <a:pt x="95506" y="25305"/>
                  </a:lnTo>
                  <a:lnTo>
                    <a:pt x="101170" y="19640"/>
                  </a:lnTo>
                  <a:lnTo>
                    <a:pt x="101170" y="12652"/>
                  </a:lnTo>
                  <a:close/>
                </a:path>
                <a:path w="101600" h="86994">
                  <a:moveTo>
                    <a:pt x="25305" y="74268"/>
                  </a:moveTo>
                  <a:lnTo>
                    <a:pt x="25305" y="67280"/>
                  </a:lnTo>
                  <a:lnTo>
                    <a:pt x="19640" y="61615"/>
                  </a:lnTo>
                  <a:lnTo>
                    <a:pt x="12652" y="61615"/>
                  </a:lnTo>
                  <a:lnTo>
                    <a:pt x="5664" y="61615"/>
                  </a:lnTo>
                  <a:lnTo>
                    <a:pt x="0" y="67280"/>
                  </a:lnTo>
                  <a:lnTo>
                    <a:pt x="0" y="74268"/>
                  </a:lnTo>
                  <a:lnTo>
                    <a:pt x="0" y="81256"/>
                  </a:lnTo>
                  <a:lnTo>
                    <a:pt x="5664" y="86921"/>
                  </a:lnTo>
                  <a:lnTo>
                    <a:pt x="12652" y="86921"/>
                  </a:lnTo>
                  <a:lnTo>
                    <a:pt x="19640" y="86921"/>
                  </a:lnTo>
                  <a:lnTo>
                    <a:pt x="25305" y="81256"/>
                  </a:lnTo>
                  <a:lnTo>
                    <a:pt x="25305" y="74268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1771706" y="235804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1771706" y="235804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1702167" y="24407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1702167" y="24407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1883934" y="26543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1883934" y="26543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1762660" y="25704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1762660" y="25704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1632549" y="25377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1632549" y="25377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1571873" y="25365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1571873" y="25365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1793752" y="2504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1793752" y="2504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1694514" y="25558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1694514" y="25558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1645256" y="26766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1645256" y="26766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1605656" y="26116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1605656" y="26116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1610055" y="26014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1610055" y="26014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1669019" y="2456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1669019" y="2456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1693128" y="26512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1693128" y="26512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1677326" y="25195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1677326" y="25195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57666" y="25991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57666" y="25991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1641315" y="23590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1641315" y="23590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1628618" y="2554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1628618" y="2554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1587430" y="2527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1587430" y="2527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1727222" y="263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1727222" y="263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1701178" y="25492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1701178" y="25492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1798017" y="24135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1798017" y="24135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1619686" y="24625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1619686" y="24625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1751721" y="26315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1751721" y="26315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1554494" y="26532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1554494" y="26532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1630564" y="24996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1630564" y="24996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1643525" y="24271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1643525" y="24271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1658886" y="2413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1658886" y="2413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1525352" y="26531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1525352" y="26531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1547143" y="26829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1547143" y="26829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1779431" y="23887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1779431" y="23887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1581700" y="25822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1581700" y="25822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1707955" y="253958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1707955" y="253958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1562466" y="2571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1562466" y="2571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1450808" y="2602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1450808" y="2602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1522837" y="26449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1522837" y="26449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1646274" y="23615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1646274" y="23615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1731241" y="240872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1731241" y="240872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1699896" y="23833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1699896" y="23833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1653631" y="24610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1653631" y="24610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1522336" y="26080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1522336" y="26080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1652278" y="26448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1652278" y="26448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1619374" y="250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1619374" y="250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1653537" y="24362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1653537" y="24362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1721150" y="2537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1721150" y="2537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1636454" y="23251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1636454" y="23251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1586978" y="25724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1586978" y="25724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1665599" y="2752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1665599" y="2752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1758092" y="27505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1758092" y="27505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1723802" y="2791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1723802" y="2791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1723649" y="275928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1723649" y="275928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1789609" y="2788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1789609" y="2788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1750979" y="28016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1750979" y="28016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1666367" y="2795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1666367" y="2795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1761710" y="27792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1761710" y="27792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1758323" y="27619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1758323" y="27619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1678335" y="26913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1678335" y="26913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1703019" y="2503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1703019" y="2503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1618141" y="24133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1618141" y="24133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1687791" y="23072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1687791" y="23072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1453060" y="248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1453060" y="248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1672491" y="23486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1672491" y="23486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1606023" y="264284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1606023" y="264284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1740085" y="27294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1740085" y="27294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1666657" y="26738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1666657" y="26738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1639916" y="25759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1639916" y="25759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1763546" y="27344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1763546" y="27344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1546060" y="24917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1546060" y="24917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1750579" y="24489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1750579" y="24489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1732744" y="2426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1732744" y="2426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1618801" y="25939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1618801" y="25939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1683990" y="26601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1683990" y="26601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1548165" y="25845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1548165" y="25845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object 384"/>
            <p:cNvSpPr/>
            <p:nvPr/>
          </p:nvSpPr>
          <p:spPr>
            <a:xfrm>
              <a:off x="1515922" y="25310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object 385"/>
            <p:cNvSpPr/>
            <p:nvPr/>
          </p:nvSpPr>
          <p:spPr>
            <a:xfrm>
              <a:off x="1515922" y="25310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1569993" y="24755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7" name="object 387"/>
            <p:cNvSpPr/>
            <p:nvPr/>
          </p:nvSpPr>
          <p:spPr>
            <a:xfrm>
              <a:off x="1569993" y="24755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8" name="object 388"/>
            <p:cNvSpPr/>
            <p:nvPr/>
          </p:nvSpPr>
          <p:spPr>
            <a:xfrm>
              <a:off x="1748480" y="24181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9" name="object 389"/>
            <p:cNvSpPr/>
            <p:nvPr/>
          </p:nvSpPr>
          <p:spPr>
            <a:xfrm>
              <a:off x="1748480" y="24181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object 390"/>
            <p:cNvSpPr/>
            <p:nvPr/>
          </p:nvSpPr>
          <p:spPr>
            <a:xfrm>
              <a:off x="1514471" y="23092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1514471" y="23092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object 392"/>
            <p:cNvSpPr/>
            <p:nvPr/>
          </p:nvSpPr>
          <p:spPr>
            <a:xfrm>
              <a:off x="1403672" y="2196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object 393"/>
            <p:cNvSpPr/>
            <p:nvPr/>
          </p:nvSpPr>
          <p:spPr>
            <a:xfrm>
              <a:off x="1403672" y="2196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1543532" y="21073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5" name="object 395"/>
            <p:cNvSpPr/>
            <p:nvPr/>
          </p:nvSpPr>
          <p:spPr>
            <a:xfrm>
              <a:off x="1543532" y="21073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6" name="object 396"/>
            <p:cNvSpPr/>
            <p:nvPr/>
          </p:nvSpPr>
          <p:spPr>
            <a:xfrm>
              <a:off x="1607657" y="20562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1607657" y="20562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object 398"/>
            <p:cNvSpPr/>
            <p:nvPr/>
          </p:nvSpPr>
          <p:spPr>
            <a:xfrm>
              <a:off x="1622166" y="19999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object 399"/>
            <p:cNvSpPr/>
            <p:nvPr/>
          </p:nvSpPr>
          <p:spPr>
            <a:xfrm>
              <a:off x="1622166" y="19999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1499701" y="20163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object 401"/>
            <p:cNvSpPr/>
            <p:nvPr/>
          </p:nvSpPr>
          <p:spPr>
            <a:xfrm>
              <a:off x="1499701" y="20163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object 402"/>
            <p:cNvSpPr/>
            <p:nvPr/>
          </p:nvSpPr>
          <p:spPr>
            <a:xfrm>
              <a:off x="1599994" y="20476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1599994" y="20476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1691325" y="184241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1691325" y="184241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1678322" y="18397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1678322" y="18397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1627883" y="18646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1627883" y="18646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1725153" y="1854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1725153" y="1854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1693131" y="188657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1693131" y="188657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1618418" y="18457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1618418" y="18457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1617236" y="18236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1617236" y="18236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1662876" y="19023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1662876" y="19023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1576943" y="18347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1576943" y="18347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1620546" y="1937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1620546" y="1937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1571366" y="19638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1571366" y="19638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1621909" y="16912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1621909" y="16912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1690853" y="173885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1690853" y="173885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1689151" y="17475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1689151" y="17475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1642575" y="17916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1642575" y="17916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1430312" y="19308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1430312" y="19308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1497512" y="17907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1497512" y="17907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1491710" y="18524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1491710" y="18524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1684404" y="19643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1684404" y="19643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1421877" y="1994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1421877" y="1994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1672797" y="188102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1672797" y="188102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1709722" y="19938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1709722" y="19938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1493766" y="19745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1493766" y="19745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1525001" y="19102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1525001" y="19102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1695249" y="19944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1695249" y="19944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1572251" y="2026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1572251" y="2026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1443008" y="18561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1443008" y="18561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1736336" y="20938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1736336" y="20938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1584066" y="1850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1584066" y="1850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1689721" y="21375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1689721" y="21375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1476149" y="18729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1476149" y="18729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1575615" y="19186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1575615" y="19186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1549311" y="17790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1549311" y="17790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1618857" y="1776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1618857" y="1776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1617357" y="19152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1617357" y="19152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1865416" y="16817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1865416" y="16817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1809302" y="16809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1809302" y="16809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1832997" y="17394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1832997" y="17394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1756244" y="178782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1756244" y="178782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1494931" y="19711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1494931" y="19711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1706319" y="167599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1706319" y="167599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1591446" y="20519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1591446" y="20519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1817404" y="1819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1817404" y="1819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1504407" y="19088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1504407" y="19088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1799202" y="19425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1799202" y="19425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1757295" y="20109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1757295" y="20109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1519079" y="19629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1519079" y="19629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1578882" y="18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1578882" y="18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1720395" y="19037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1720395" y="19037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1670477" y="19180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1670477" y="19180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1442071" y="21383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1442071" y="21383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1769598" y="17023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1769598" y="17023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1595503" y="18697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1595503" y="18697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1436989" y="20655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1436989" y="20655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1732243" y="17114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1732243" y="17114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1682259" y="17803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1682259" y="17803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1762140" y="19152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1762140" y="19152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1587017" y="18592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1587017" y="18592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1658327" y="18306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1658327" y="18306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1586718" y="19494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1586718" y="19494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1668853" y="1928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1668853" y="1928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1861323" y="1791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1861323" y="1791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1788848" y="1926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1788848" y="1926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1512991" y="17124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1512991" y="17124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1693473" y="17444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1693473" y="17444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1572524" y="20876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1572524" y="20876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1662479" y="20064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1662479" y="20064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1457856" y="20790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1457856" y="20790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1611558" y="207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1611558" y="207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1635995" y="1873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1635995" y="1873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1571268" y="2126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1571268" y="2126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1774417" y="18602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1774417" y="18602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1714265" y="20078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1714265" y="20078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1577753" y="20090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1577753" y="20090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1647055" y="2226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1647055" y="2226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1676643" y="22219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1676643" y="22219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1581645" y="17909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1581645" y="17909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1569244" y="20148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1569244" y="20148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1605083" y="19302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1605083" y="19302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1653957" y="21048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1653957" y="21048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1584681" y="19971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1584681" y="19971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1531957" y="19643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1531957" y="19643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1535150" y="19547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1535150" y="19547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1613764" y="20362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1613764" y="20362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1581180" y="18483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1581180" y="18483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1601146" y="18318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1601146" y="18318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1488251" y="20235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1488251" y="20235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1635393" y="20397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1635393" y="20397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1682292" y="17590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1" name="object 581"/>
            <p:cNvSpPr/>
            <p:nvPr/>
          </p:nvSpPr>
          <p:spPr>
            <a:xfrm>
              <a:off x="1682292" y="17590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2" name="object 582"/>
            <p:cNvSpPr/>
            <p:nvPr/>
          </p:nvSpPr>
          <p:spPr>
            <a:xfrm>
              <a:off x="1690332" y="1980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3" name="object 583"/>
            <p:cNvSpPr/>
            <p:nvPr/>
          </p:nvSpPr>
          <p:spPr>
            <a:xfrm>
              <a:off x="1690332" y="1980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1388352" y="22413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1388352" y="22413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6" name="object 586"/>
            <p:cNvSpPr/>
            <p:nvPr/>
          </p:nvSpPr>
          <p:spPr>
            <a:xfrm>
              <a:off x="1639988" y="19471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7" name="object 587"/>
            <p:cNvSpPr/>
            <p:nvPr/>
          </p:nvSpPr>
          <p:spPr>
            <a:xfrm>
              <a:off x="1639988" y="19471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8" name="object 588"/>
          <p:cNvGrpSpPr/>
          <p:nvPr/>
        </p:nvGrpSpPr>
        <p:grpSpPr>
          <a:xfrm>
            <a:off x="4543543" y="5485798"/>
            <a:ext cx="147227" cy="128350"/>
            <a:chOff x="1521634" y="2768296"/>
            <a:chExt cx="74295" cy="64769"/>
          </a:xfrm>
        </p:grpSpPr>
        <p:sp>
          <p:nvSpPr>
            <p:cNvPr id="589" name="object 589"/>
            <p:cNvSpPr/>
            <p:nvPr/>
          </p:nvSpPr>
          <p:spPr>
            <a:xfrm>
              <a:off x="1567721" y="28049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0" name="object 590"/>
            <p:cNvSpPr/>
            <p:nvPr/>
          </p:nvSpPr>
          <p:spPr>
            <a:xfrm>
              <a:off x="1567721" y="28049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1" name="object 591"/>
            <p:cNvSpPr/>
            <p:nvPr/>
          </p:nvSpPr>
          <p:spPr>
            <a:xfrm>
              <a:off x="1524165" y="27729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2" name="object 592"/>
            <p:cNvSpPr/>
            <p:nvPr/>
          </p:nvSpPr>
          <p:spPr>
            <a:xfrm>
              <a:off x="1524165" y="27729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3" name="object 593"/>
            <p:cNvSpPr/>
            <p:nvPr/>
          </p:nvSpPr>
          <p:spPr>
            <a:xfrm>
              <a:off x="1528082" y="27708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4" name="object 594"/>
            <p:cNvSpPr/>
            <p:nvPr/>
          </p:nvSpPr>
          <p:spPr>
            <a:xfrm>
              <a:off x="1528082" y="27708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5" name="object 595"/>
          <p:cNvGrpSpPr/>
          <p:nvPr/>
        </p:nvGrpSpPr>
        <p:grpSpPr>
          <a:xfrm>
            <a:off x="4595965" y="5703603"/>
            <a:ext cx="60401" cy="60401"/>
            <a:chOff x="1548088" y="2878207"/>
            <a:chExt cx="30480" cy="30480"/>
          </a:xfrm>
        </p:grpSpPr>
        <p:sp>
          <p:nvSpPr>
            <p:cNvPr id="596" name="object 596"/>
            <p:cNvSpPr/>
            <p:nvPr/>
          </p:nvSpPr>
          <p:spPr>
            <a:xfrm>
              <a:off x="1550619" y="28807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7" name="object 597"/>
            <p:cNvSpPr/>
            <p:nvPr/>
          </p:nvSpPr>
          <p:spPr>
            <a:xfrm>
              <a:off x="1550619" y="28807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8" name="object 598"/>
          <p:cNvGrpSpPr/>
          <p:nvPr/>
        </p:nvGrpSpPr>
        <p:grpSpPr>
          <a:xfrm>
            <a:off x="5371708" y="3641443"/>
            <a:ext cx="133385" cy="62917"/>
            <a:chOff x="1939551" y="1837580"/>
            <a:chExt cx="67310" cy="31750"/>
          </a:xfrm>
        </p:grpSpPr>
        <p:sp>
          <p:nvSpPr>
            <p:cNvPr id="599" name="object 599"/>
            <p:cNvSpPr/>
            <p:nvPr/>
          </p:nvSpPr>
          <p:spPr>
            <a:xfrm>
              <a:off x="1978584" y="18414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0" name="object 600"/>
            <p:cNvSpPr/>
            <p:nvPr/>
          </p:nvSpPr>
          <p:spPr>
            <a:xfrm>
              <a:off x="1978584" y="18414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1" name="object 601"/>
            <p:cNvSpPr/>
            <p:nvPr/>
          </p:nvSpPr>
          <p:spPr>
            <a:xfrm>
              <a:off x="1942082" y="18401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2" name="object 602"/>
            <p:cNvSpPr/>
            <p:nvPr/>
          </p:nvSpPr>
          <p:spPr>
            <a:xfrm>
              <a:off x="1942082" y="18401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3" name="object 603"/>
          <p:cNvGrpSpPr/>
          <p:nvPr/>
        </p:nvGrpSpPr>
        <p:grpSpPr>
          <a:xfrm>
            <a:off x="4557812" y="3239415"/>
            <a:ext cx="60401" cy="60401"/>
            <a:chOff x="1528835" y="1634705"/>
            <a:chExt cx="30480" cy="30480"/>
          </a:xfrm>
        </p:grpSpPr>
        <p:sp>
          <p:nvSpPr>
            <p:cNvPr id="604" name="object 604"/>
            <p:cNvSpPr/>
            <p:nvPr/>
          </p:nvSpPr>
          <p:spPr>
            <a:xfrm>
              <a:off x="1531365" y="16372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5" name="object 605"/>
            <p:cNvSpPr/>
            <p:nvPr/>
          </p:nvSpPr>
          <p:spPr>
            <a:xfrm>
              <a:off x="1531365" y="16372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6" name="object 606"/>
          <p:cNvGrpSpPr/>
          <p:nvPr/>
        </p:nvGrpSpPr>
        <p:grpSpPr>
          <a:xfrm>
            <a:off x="5318891" y="3165062"/>
            <a:ext cx="60401" cy="60401"/>
            <a:chOff x="1912898" y="1597184"/>
            <a:chExt cx="30480" cy="30480"/>
          </a:xfrm>
        </p:grpSpPr>
        <p:sp>
          <p:nvSpPr>
            <p:cNvPr id="607" name="object 607"/>
            <p:cNvSpPr/>
            <p:nvPr/>
          </p:nvSpPr>
          <p:spPr>
            <a:xfrm>
              <a:off x="1915429" y="15997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8" name="object 608"/>
            <p:cNvSpPr/>
            <p:nvPr/>
          </p:nvSpPr>
          <p:spPr>
            <a:xfrm>
              <a:off x="1915429" y="15997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9" name="object 609"/>
          <p:cNvGrpSpPr/>
          <p:nvPr/>
        </p:nvGrpSpPr>
        <p:grpSpPr>
          <a:xfrm>
            <a:off x="6683636" y="3701496"/>
            <a:ext cx="1138806" cy="1342658"/>
            <a:chOff x="2601588" y="1867884"/>
            <a:chExt cx="574675" cy="677545"/>
          </a:xfrm>
        </p:grpSpPr>
        <p:sp>
          <p:nvSpPr>
            <p:cNvPr id="610" name="object 610"/>
            <p:cNvSpPr/>
            <p:nvPr/>
          </p:nvSpPr>
          <p:spPr>
            <a:xfrm>
              <a:off x="2929007" y="2295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1" name="object 611"/>
            <p:cNvSpPr/>
            <p:nvPr/>
          </p:nvSpPr>
          <p:spPr>
            <a:xfrm>
              <a:off x="2929007" y="2295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2" name="object 612"/>
            <p:cNvSpPr/>
            <p:nvPr/>
          </p:nvSpPr>
          <p:spPr>
            <a:xfrm>
              <a:off x="2927274" y="22146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3" name="object 613"/>
            <p:cNvSpPr/>
            <p:nvPr/>
          </p:nvSpPr>
          <p:spPr>
            <a:xfrm>
              <a:off x="2927274" y="22146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4" name="object 614"/>
            <p:cNvSpPr/>
            <p:nvPr/>
          </p:nvSpPr>
          <p:spPr>
            <a:xfrm>
              <a:off x="2907403" y="22815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5" name="object 615"/>
            <p:cNvSpPr/>
            <p:nvPr/>
          </p:nvSpPr>
          <p:spPr>
            <a:xfrm>
              <a:off x="2907403" y="22815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6" name="object 616"/>
            <p:cNvSpPr/>
            <p:nvPr/>
          </p:nvSpPr>
          <p:spPr>
            <a:xfrm>
              <a:off x="2863583" y="21761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7" name="object 617"/>
            <p:cNvSpPr/>
            <p:nvPr/>
          </p:nvSpPr>
          <p:spPr>
            <a:xfrm>
              <a:off x="2863583" y="21761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8" name="object 618"/>
            <p:cNvSpPr/>
            <p:nvPr/>
          </p:nvSpPr>
          <p:spPr>
            <a:xfrm>
              <a:off x="2954947" y="235715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9" name="object 619"/>
            <p:cNvSpPr/>
            <p:nvPr/>
          </p:nvSpPr>
          <p:spPr>
            <a:xfrm>
              <a:off x="2954947" y="235715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0" name="object 620"/>
            <p:cNvSpPr/>
            <p:nvPr/>
          </p:nvSpPr>
          <p:spPr>
            <a:xfrm>
              <a:off x="2821887" y="22407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1" name="object 621"/>
            <p:cNvSpPr/>
            <p:nvPr/>
          </p:nvSpPr>
          <p:spPr>
            <a:xfrm>
              <a:off x="2821887" y="22407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2" name="object 622"/>
            <p:cNvSpPr/>
            <p:nvPr/>
          </p:nvSpPr>
          <p:spPr>
            <a:xfrm>
              <a:off x="2916314" y="24076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3" name="object 623"/>
            <p:cNvSpPr/>
            <p:nvPr/>
          </p:nvSpPr>
          <p:spPr>
            <a:xfrm>
              <a:off x="2916314" y="24076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4" name="object 624"/>
            <p:cNvSpPr/>
            <p:nvPr/>
          </p:nvSpPr>
          <p:spPr>
            <a:xfrm>
              <a:off x="3035280" y="23800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5" name="object 625"/>
            <p:cNvSpPr/>
            <p:nvPr/>
          </p:nvSpPr>
          <p:spPr>
            <a:xfrm>
              <a:off x="3035280" y="23800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6" name="object 626"/>
            <p:cNvSpPr/>
            <p:nvPr/>
          </p:nvSpPr>
          <p:spPr>
            <a:xfrm>
              <a:off x="2987934" y="2374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7" name="object 627"/>
            <p:cNvSpPr/>
            <p:nvPr/>
          </p:nvSpPr>
          <p:spPr>
            <a:xfrm>
              <a:off x="2987934" y="2374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8" name="object 628"/>
            <p:cNvSpPr/>
            <p:nvPr/>
          </p:nvSpPr>
          <p:spPr>
            <a:xfrm>
              <a:off x="2956561" y="21896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9" name="object 629"/>
            <p:cNvSpPr/>
            <p:nvPr/>
          </p:nvSpPr>
          <p:spPr>
            <a:xfrm>
              <a:off x="2956561" y="21896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0" name="object 630"/>
            <p:cNvSpPr/>
            <p:nvPr/>
          </p:nvSpPr>
          <p:spPr>
            <a:xfrm>
              <a:off x="2856666" y="21210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1" name="object 631"/>
            <p:cNvSpPr/>
            <p:nvPr/>
          </p:nvSpPr>
          <p:spPr>
            <a:xfrm>
              <a:off x="2856666" y="21210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2" name="object 632"/>
            <p:cNvSpPr/>
            <p:nvPr/>
          </p:nvSpPr>
          <p:spPr>
            <a:xfrm>
              <a:off x="2995723" y="23603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3" name="object 633"/>
            <p:cNvSpPr/>
            <p:nvPr/>
          </p:nvSpPr>
          <p:spPr>
            <a:xfrm>
              <a:off x="2995723" y="23603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4" name="object 634"/>
            <p:cNvSpPr/>
            <p:nvPr/>
          </p:nvSpPr>
          <p:spPr>
            <a:xfrm>
              <a:off x="2854107" y="20621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5" name="object 635"/>
            <p:cNvSpPr/>
            <p:nvPr/>
          </p:nvSpPr>
          <p:spPr>
            <a:xfrm>
              <a:off x="2854107" y="20621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6" name="object 636"/>
            <p:cNvSpPr/>
            <p:nvPr/>
          </p:nvSpPr>
          <p:spPr>
            <a:xfrm>
              <a:off x="2881737" y="23235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7" name="object 637"/>
            <p:cNvSpPr/>
            <p:nvPr/>
          </p:nvSpPr>
          <p:spPr>
            <a:xfrm>
              <a:off x="2881737" y="23235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8" name="object 638"/>
            <p:cNvSpPr/>
            <p:nvPr/>
          </p:nvSpPr>
          <p:spPr>
            <a:xfrm>
              <a:off x="2957266" y="24310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9" name="object 639"/>
            <p:cNvSpPr/>
            <p:nvPr/>
          </p:nvSpPr>
          <p:spPr>
            <a:xfrm>
              <a:off x="2957266" y="24310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0" name="object 640"/>
            <p:cNvSpPr/>
            <p:nvPr/>
          </p:nvSpPr>
          <p:spPr>
            <a:xfrm>
              <a:off x="2787065" y="2376347"/>
              <a:ext cx="99695" cy="55880"/>
            </a:xfrm>
            <a:custGeom>
              <a:avLst/>
              <a:gdLst/>
              <a:ahLst/>
              <a:cxnLst/>
              <a:rect l="l" t="t" r="r" b="b"/>
              <a:pathLst>
                <a:path w="99694" h="55880">
                  <a:moveTo>
                    <a:pt x="25311" y="35712"/>
                  </a:moveTo>
                  <a:lnTo>
                    <a:pt x="19646" y="30035"/>
                  </a:lnTo>
                  <a:lnTo>
                    <a:pt x="5664" y="30035"/>
                  </a:lnTo>
                  <a:lnTo>
                    <a:pt x="0" y="35712"/>
                  </a:lnTo>
                  <a:lnTo>
                    <a:pt x="0" y="49682"/>
                  </a:lnTo>
                  <a:lnTo>
                    <a:pt x="5664" y="55346"/>
                  </a:lnTo>
                  <a:lnTo>
                    <a:pt x="19646" y="55346"/>
                  </a:lnTo>
                  <a:lnTo>
                    <a:pt x="25311" y="49682"/>
                  </a:lnTo>
                  <a:lnTo>
                    <a:pt x="25311" y="35712"/>
                  </a:lnTo>
                  <a:close/>
                </a:path>
                <a:path w="99694" h="55880">
                  <a:moveTo>
                    <a:pt x="99618" y="5664"/>
                  </a:moveTo>
                  <a:lnTo>
                    <a:pt x="93954" y="0"/>
                  </a:lnTo>
                  <a:lnTo>
                    <a:pt x="79984" y="0"/>
                  </a:lnTo>
                  <a:lnTo>
                    <a:pt x="74320" y="5664"/>
                  </a:lnTo>
                  <a:lnTo>
                    <a:pt x="74320" y="19646"/>
                  </a:lnTo>
                  <a:lnTo>
                    <a:pt x="79984" y="25311"/>
                  </a:lnTo>
                  <a:lnTo>
                    <a:pt x="93954" y="25311"/>
                  </a:lnTo>
                  <a:lnTo>
                    <a:pt x="99618" y="19646"/>
                  </a:lnTo>
                  <a:lnTo>
                    <a:pt x="99618" y="566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1" name="object 641"/>
            <p:cNvSpPr/>
            <p:nvPr/>
          </p:nvSpPr>
          <p:spPr>
            <a:xfrm>
              <a:off x="2787073" y="2376345"/>
              <a:ext cx="99695" cy="55880"/>
            </a:xfrm>
            <a:custGeom>
              <a:avLst/>
              <a:gdLst/>
              <a:ahLst/>
              <a:cxnLst/>
              <a:rect l="l" t="t" r="r" b="b"/>
              <a:pathLst>
                <a:path w="99694" h="55880">
                  <a:moveTo>
                    <a:pt x="25305" y="42690"/>
                  </a:moveTo>
                  <a:lnTo>
                    <a:pt x="25305" y="35701"/>
                  </a:lnTo>
                  <a:lnTo>
                    <a:pt x="19640" y="30037"/>
                  </a:lnTo>
                  <a:lnTo>
                    <a:pt x="12652" y="30037"/>
                  </a:lnTo>
                  <a:lnTo>
                    <a:pt x="5664" y="30037"/>
                  </a:lnTo>
                  <a:lnTo>
                    <a:pt x="0" y="35701"/>
                  </a:lnTo>
                  <a:lnTo>
                    <a:pt x="0" y="42690"/>
                  </a:lnTo>
                  <a:lnTo>
                    <a:pt x="0" y="49677"/>
                  </a:lnTo>
                  <a:lnTo>
                    <a:pt x="5664" y="55342"/>
                  </a:lnTo>
                  <a:lnTo>
                    <a:pt x="12652" y="55342"/>
                  </a:lnTo>
                  <a:lnTo>
                    <a:pt x="19640" y="55342"/>
                  </a:lnTo>
                  <a:lnTo>
                    <a:pt x="25305" y="49677"/>
                  </a:lnTo>
                  <a:lnTo>
                    <a:pt x="25305" y="42690"/>
                  </a:lnTo>
                  <a:close/>
                </a:path>
                <a:path w="99694" h="55880">
                  <a:moveTo>
                    <a:pt x="99623" y="12652"/>
                  </a:moveTo>
                  <a:lnTo>
                    <a:pt x="99623" y="5664"/>
                  </a:lnTo>
                  <a:lnTo>
                    <a:pt x="93958" y="0"/>
                  </a:lnTo>
                  <a:lnTo>
                    <a:pt x="86970" y="0"/>
                  </a:lnTo>
                  <a:lnTo>
                    <a:pt x="79982" y="0"/>
                  </a:lnTo>
                  <a:lnTo>
                    <a:pt x="74318" y="5664"/>
                  </a:lnTo>
                  <a:lnTo>
                    <a:pt x="74318" y="12652"/>
                  </a:lnTo>
                  <a:lnTo>
                    <a:pt x="74318" y="19640"/>
                  </a:lnTo>
                  <a:lnTo>
                    <a:pt x="79982" y="25305"/>
                  </a:lnTo>
                  <a:lnTo>
                    <a:pt x="86970" y="25305"/>
                  </a:lnTo>
                  <a:lnTo>
                    <a:pt x="93958" y="25305"/>
                  </a:lnTo>
                  <a:lnTo>
                    <a:pt x="99623" y="19640"/>
                  </a:lnTo>
                  <a:lnTo>
                    <a:pt x="99623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2" name="object 642"/>
            <p:cNvSpPr/>
            <p:nvPr/>
          </p:nvSpPr>
          <p:spPr>
            <a:xfrm>
              <a:off x="2933871" y="22241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3" name="object 643"/>
            <p:cNvSpPr/>
            <p:nvPr/>
          </p:nvSpPr>
          <p:spPr>
            <a:xfrm>
              <a:off x="2933871" y="22241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4" name="object 644"/>
            <p:cNvSpPr/>
            <p:nvPr/>
          </p:nvSpPr>
          <p:spPr>
            <a:xfrm>
              <a:off x="2810788" y="23450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5" name="object 645"/>
            <p:cNvSpPr/>
            <p:nvPr/>
          </p:nvSpPr>
          <p:spPr>
            <a:xfrm>
              <a:off x="2810788" y="23450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6" name="object 646"/>
            <p:cNvSpPr/>
            <p:nvPr/>
          </p:nvSpPr>
          <p:spPr>
            <a:xfrm>
              <a:off x="2748024" y="21553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7" name="object 647"/>
            <p:cNvSpPr/>
            <p:nvPr/>
          </p:nvSpPr>
          <p:spPr>
            <a:xfrm>
              <a:off x="2748024" y="21553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8" name="object 648"/>
            <p:cNvSpPr/>
            <p:nvPr/>
          </p:nvSpPr>
          <p:spPr>
            <a:xfrm>
              <a:off x="2958932" y="23711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9" name="object 649"/>
            <p:cNvSpPr/>
            <p:nvPr/>
          </p:nvSpPr>
          <p:spPr>
            <a:xfrm>
              <a:off x="2958932" y="23711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0" name="object 650"/>
            <p:cNvSpPr/>
            <p:nvPr/>
          </p:nvSpPr>
          <p:spPr>
            <a:xfrm>
              <a:off x="2665901" y="20206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1" name="object 651"/>
            <p:cNvSpPr/>
            <p:nvPr/>
          </p:nvSpPr>
          <p:spPr>
            <a:xfrm>
              <a:off x="2665901" y="20206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2" name="object 652"/>
            <p:cNvSpPr/>
            <p:nvPr/>
          </p:nvSpPr>
          <p:spPr>
            <a:xfrm>
              <a:off x="2698754" y="2053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3" name="object 653"/>
            <p:cNvSpPr/>
            <p:nvPr/>
          </p:nvSpPr>
          <p:spPr>
            <a:xfrm>
              <a:off x="2698754" y="2053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4" name="object 654"/>
            <p:cNvSpPr/>
            <p:nvPr/>
          </p:nvSpPr>
          <p:spPr>
            <a:xfrm>
              <a:off x="2829069" y="20834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5" name="object 655"/>
            <p:cNvSpPr/>
            <p:nvPr/>
          </p:nvSpPr>
          <p:spPr>
            <a:xfrm>
              <a:off x="2829069" y="20834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6" name="object 656"/>
            <p:cNvSpPr/>
            <p:nvPr/>
          </p:nvSpPr>
          <p:spPr>
            <a:xfrm>
              <a:off x="2877464" y="23866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7" name="object 657"/>
            <p:cNvSpPr/>
            <p:nvPr/>
          </p:nvSpPr>
          <p:spPr>
            <a:xfrm>
              <a:off x="2877464" y="23866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8" name="object 658"/>
            <p:cNvSpPr/>
            <p:nvPr/>
          </p:nvSpPr>
          <p:spPr>
            <a:xfrm>
              <a:off x="2833902" y="21104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9" name="object 659"/>
            <p:cNvSpPr/>
            <p:nvPr/>
          </p:nvSpPr>
          <p:spPr>
            <a:xfrm>
              <a:off x="2833902" y="21104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0" name="object 660"/>
            <p:cNvSpPr/>
            <p:nvPr/>
          </p:nvSpPr>
          <p:spPr>
            <a:xfrm>
              <a:off x="3060648" y="227562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1" name="object 661"/>
            <p:cNvSpPr/>
            <p:nvPr/>
          </p:nvSpPr>
          <p:spPr>
            <a:xfrm>
              <a:off x="3060648" y="227562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2" name="object 662"/>
            <p:cNvSpPr/>
            <p:nvPr/>
          </p:nvSpPr>
          <p:spPr>
            <a:xfrm>
              <a:off x="3107930" y="233658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3" name="object 663"/>
            <p:cNvSpPr/>
            <p:nvPr/>
          </p:nvSpPr>
          <p:spPr>
            <a:xfrm>
              <a:off x="3107930" y="233658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4" name="object 664"/>
            <p:cNvSpPr/>
            <p:nvPr/>
          </p:nvSpPr>
          <p:spPr>
            <a:xfrm>
              <a:off x="2778326" y="1882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5" name="object 665"/>
            <p:cNvSpPr/>
            <p:nvPr/>
          </p:nvSpPr>
          <p:spPr>
            <a:xfrm>
              <a:off x="2778326" y="1882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6" name="object 666"/>
            <p:cNvSpPr/>
            <p:nvPr/>
          </p:nvSpPr>
          <p:spPr>
            <a:xfrm>
              <a:off x="2771733" y="18704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7" name="object 667"/>
            <p:cNvSpPr/>
            <p:nvPr/>
          </p:nvSpPr>
          <p:spPr>
            <a:xfrm>
              <a:off x="2771733" y="18704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8" name="object 668"/>
            <p:cNvSpPr/>
            <p:nvPr/>
          </p:nvSpPr>
          <p:spPr>
            <a:xfrm>
              <a:off x="2786519" y="1966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9" name="object 669"/>
            <p:cNvSpPr/>
            <p:nvPr/>
          </p:nvSpPr>
          <p:spPr>
            <a:xfrm>
              <a:off x="2786519" y="1966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0" name="object 670"/>
            <p:cNvSpPr/>
            <p:nvPr/>
          </p:nvSpPr>
          <p:spPr>
            <a:xfrm>
              <a:off x="2756542" y="19156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1" name="object 671"/>
            <p:cNvSpPr/>
            <p:nvPr/>
          </p:nvSpPr>
          <p:spPr>
            <a:xfrm>
              <a:off x="2756542" y="19156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2" name="object 672"/>
            <p:cNvSpPr/>
            <p:nvPr/>
          </p:nvSpPr>
          <p:spPr>
            <a:xfrm>
              <a:off x="2753841" y="20222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3" name="object 673"/>
            <p:cNvSpPr/>
            <p:nvPr/>
          </p:nvSpPr>
          <p:spPr>
            <a:xfrm>
              <a:off x="2753841" y="20222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4" name="object 674"/>
            <p:cNvSpPr/>
            <p:nvPr/>
          </p:nvSpPr>
          <p:spPr>
            <a:xfrm>
              <a:off x="2821450" y="2170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5" name="object 675"/>
            <p:cNvSpPr/>
            <p:nvPr/>
          </p:nvSpPr>
          <p:spPr>
            <a:xfrm>
              <a:off x="2821450" y="2170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6" name="object 676"/>
            <p:cNvSpPr/>
            <p:nvPr/>
          </p:nvSpPr>
          <p:spPr>
            <a:xfrm>
              <a:off x="2843210" y="21482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7" name="object 677"/>
            <p:cNvSpPr/>
            <p:nvPr/>
          </p:nvSpPr>
          <p:spPr>
            <a:xfrm>
              <a:off x="2843210" y="21482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8" name="object 678"/>
            <p:cNvSpPr/>
            <p:nvPr/>
          </p:nvSpPr>
          <p:spPr>
            <a:xfrm>
              <a:off x="2798528" y="21097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9" name="object 679"/>
            <p:cNvSpPr/>
            <p:nvPr/>
          </p:nvSpPr>
          <p:spPr>
            <a:xfrm>
              <a:off x="2798528" y="21097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0" name="object 680"/>
            <p:cNvSpPr/>
            <p:nvPr/>
          </p:nvSpPr>
          <p:spPr>
            <a:xfrm>
              <a:off x="2813146" y="21917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1" name="object 681"/>
            <p:cNvSpPr/>
            <p:nvPr/>
          </p:nvSpPr>
          <p:spPr>
            <a:xfrm>
              <a:off x="2813146" y="219179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2" name="object 682"/>
            <p:cNvSpPr/>
            <p:nvPr/>
          </p:nvSpPr>
          <p:spPr>
            <a:xfrm>
              <a:off x="2860832" y="21708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3" name="object 683"/>
            <p:cNvSpPr/>
            <p:nvPr/>
          </p:nvSpPr>
          <p:spPr>
            <a:xfrm>
              <a:off x="2860832" y="21708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4" name="object 684"/>
            <p:cNvSpPr/>
            <p:nvPr/>
          </p:nvSpPr>
          <p:spPr>
            <a:xfrm>
              <a:off x="2843662" y="20982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5" name="object 685"/>
            <p:cNvSpPr/>
            <p:nvPr/>
          </p:nvSpPr>
          <p:spPr>
            <a:xfrm>
              <a:off x="2843662" y="20982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6" name="object 686"/>
            <p:cNvSpPr/>
            <p:nvPr/>
          </p:nvSpPr>
          <p:spPr>
            <a:xfrm>
              <a:off x="2876986" y="22190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7" name="object 687"/>
            <p:cNvSpPr/>
            <p:nvPr/>
          </p:nvSpPr>
          <p:spPr>
            <a:xfrm>
              <a:off x="2876986" y="22190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8" name="object 688"/>
            <p:cNvSpPr/>
            <p:nvPr/>
          </p:nvSpPr>
          <p:spPr>
            <a:xfrm>
              <a:off x="2925063" y="224779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9" name="object 689"/>
            <p:cNvSpPr/>
            <p:nvPr/>
          </p:nvSpPr>
          <p:spPr>
            <a:xfrm>
              <a:off x="2925063" y="224779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0" name="object 690"/>
            <p:cNvSpPr/>
            <p:nvPr/>
          </p:nvSpPr>
          <p:spPr>
            <a:xfrm>
              <a:off x="3079336" y="22297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1" name="object 691"/>
            <p:cNvSpPr/>
            <p:nvPr/>
          </p:nvSpPr>
          <p:spPr>
            <a:xfrm>
              <a:off x="3079336" y="22297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2" name="object 692"/>
            <p:cNvSpPr/>
            <p:nvPr/>
          </p:nvSpPr>
          <p:spPr>
            <a:xfrm>
              <a:off x="2939042" y="23280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3" name="object 693"/>
            <p:cNvSpPr/>
            <p:nvPr/>
          </p:nvSpPr>
          <p:spPr>
            <a:xfrm>
              <a:off x="2939042" y="23280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4" name="object 694"/>
            <p:cNvSpPr/>
            <p:nvPr/>
          </p:nvSpPr>
          <p:spPr>
            <a:xfrm>
              <a:off x="2933534" y="21967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5" name="object 695"/>
            <p:cNvSpPr/>
            <p:nvPr/>
          </p:nvSpPr>
          <p:spPr>
            <a:xfrm>
              <a:off x="2933534" y="21967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6" name="object 696"/>
            <p:cNvSpPr/>
            <p:nvPr/>
          </p:nvSpPr>
          <p:spPr>
            <a:xfrm>
              <a:off x="2886967" y="24788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7" name="object 697"/>
            <p:cNvSpPr/>
            <p:nvPr/>
          </p:nvSpPr>
          <p:spPr>
            <a:xfrm>
              <a:off x="2886967" y="24788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8" name="object 698"/>
            <p:cNvSpPr/>
            <p:nvPr/>
          </p:nvSpPr>
          <p:spPr>
            <a:xfrm>
              <a:off x="2947590" y="19351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9" name="object 699"/>
            <p:cNvSpPr/>
            <p:nvPr/>
          </p:nvSpPr>
          <p:spPr>
            <a:xfrm>
              <a:off x="2947590" y="19351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0" name="object 700"/>
            <p:cNvSpPr/>
            <p:nvPr/>
          </p:nvSpPr>
          <p:spPr>
            <a:xfrm>
              <a:off x="2811693" y="2330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1" name="object 701"/>
            <p:cNvSpPr/>
            <p:nvPr/>
          </p:nvSpPr>
          <p:spPr>
            <a:xfrm>
              <a:off x="2811693" y="2330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2" name="object 702"/>
            <p:cNvSpPr/>
            <p:nvPr/>
          </p:nvSpPr>
          <p:spPr>
            <a:xfrm>
              <a:off x="2809379" y="20096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3" name="object 703"/>
            <p:cNvSpPr/>
            <p:nvPr/>
          </p:nvSpPr>
          <p:spPr>
            <a:xfrm>
              <a:off x="2809379" y="20096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4" name="object 704"/>
            <p:cNvSpPr/>
            <p:nvPr/>
          </p:nvSpPr>
          <p:spPr>
            <a:xfrm>
              <a:off x="3148070" y="22483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5" name="object 705"/>
            <p:cNvSpPr/>
            <p:nvPr/>
          </p:nvSpPr>
          <p:spPr>
            <a:xfrm>
              <a:off x="3148070" y="22483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6" name="object 706"/>
            <p:cNvSpPr/>
            <p:nvPr/>
          </p:nvSpPr>
          <p:spPr>
            <a:xfrm>
              <a:off x="2838583" y="21611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7" name="object 707"/>
            <p:cNvSpPr/>
            <p:nvPr/>
          </p:nvSpPr>
          <p:spPr>
            <a:xfrm>
              <a:off x="2838583" y="21611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8" name="object 708"/>
            <p:cNvSpPr/>
            <p:nvPr/>
          </p:nvSpPr>
          <p:spPr>
            <a:xfrm>
              <a:off x="2625499" y="2177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9" name="object 709"/>
            <p:cNvSpPr/>
            <p:nvPr/>
          </p:nvSpPr>
          <p:spPr>
            <a:xfrm>
              <a:off x="2625499" y="2177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0" name="object 710"/>
            <p:cNvSpPr/>
            <p:nvPr/>
          </p:nvSpPr>
          <p:spPr>
            <a:xfrm>
              <a:off x="2666538" y="22154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1" name="object 711"/>
            <p:cNvSpPr/>
            <p:nvPr/>
          </p:nvSpPr>
          <p:spPr>
            <a:xfrm>
              <a:off x="2666538" y="22154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2" name="object 712"/>
            <p:cNvSpPr/>
            <p:nvPr/>
          </p:nvSpPr>
          <p:spPr>
            <a:xfrm>
              <a:off x="2604118" y="2227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3" name="object 713"/>
            <p:cNvSpPr/>
            <p:nvPr/>
          </p:nvSpPr>
          <p:spPr>
            <a:xfrm>
              <a:off x="2604118" y="22279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4" name="object 714"/>
            <p:cNvSpPr/>
            <p:nvPr/>
          </p:nvSpPr>
          <p:spPr>
            <a:xfrm>
              <a:off x="2881099" y="22004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5" name="object 715"/>
            <p:cNvSpPr/>
            <p:nvPr/>
          </p:nvSpPr>
          <p:spPr>
            <a:xfrm>
              <a:off x="2881099" y="22004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6" name="object 716"/>
            <p:cNvSpPr/>
            <p:nvPr/>
          </p:nvSpPr>
          <p:spPr>
            <a:xfrm>
              <a:off x="2950483" y="19922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7" name="object 717"/>
            <p:cNvSpPr/>
            <p:nvPr/>
          </p:nvSpPr>
          <p:spPr>
            <a:xfrm>
              <a:off x="2950483" y="19922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8" name="object 718"/>
            <p:cNvSpPr/>
            <p:nvPr/>
          </p:nvSpPr>
          <p:spPr>
            <a:xfrm>
              <a:off x="3118387" y="22015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9" name="object 719"/>
            <p:cNvSpPr/>
            <p:nvPr/>
          </p:nvSpPr>
          <p:spPr>
            <a:xfrm>
              <a:off x="3118387" y="22015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0" name="object 720"/>
            <p:cNvSpPr/>
            <p:nvPr/>
          </p:nvSpPr>
          <p:spPr>
            <a:xfrm>
              <a:off x="2979990" y="23385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1" name="object 721"/>
            <p:cNvSpPr/>
            <p:nvPr/>
          </p:nvSpPr>
          <p:spPr>
            <a:xfrm>
              <a:off x="2979990" y="23385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2" name="object 722"/>
            <p:cNvSpPr/>
            <p:nvPr/>
          </p:nvSpPr>
          <p:spPr>
            <a:xfrm>
              <a:off x="2840675" y="19892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3" name="object 723"/>
            <p:cNvSpPr/>
            <p:nvPr/>
          </p:nvSpPr>
          <p:spPr>
            <a:xfrm>
              <a:off x="2840675" y="19892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4" name="object 724"/>
            <p:cNvSpPr/>
            <p:nvPr/>
          </p:nvSpPr>
          <p:spPr>
            <a:xfrm>
              <a:off x="2685601" y="22402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5" name="object 725"/>
            <p:cNvSpPr/>
            <p:nvPr/>
          </p:nvSpPr>
          <p:spPr>
            <a:xfrm>
              <a:off x="2685601" y="22402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6" name="object 726"/>
            <p:cNvSpPr/>
            <p:nvPr/>
          </p:nvSpPr>
          <p:spPr>
            <a:xfrm>
              <a:off x="3112914" y="24974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7" name="object 727"/>
            <p:cNvSpPr/>
            <p:nvPr/>
          </p:nvSpPr>
          <p:spPr>
            <a:xfrm>
              <a:off x="3112914" y="24974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8" name="object 728"/>
            <p:cNvSpPr/>
            <p:nvPr/>
          </p:nvSpPr>
          <p:spPr>
            <a:xfrm>
              <a:off x="3076089" y="25172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9" name="object 729"/>
            <p:cNvSpPr/>
            <p:nvPr/>
          </p:nvSpPr>
          <p:spPr>
            <a:xfrm>
              <a:off x="3076089" y="25172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0" name="object 730"/>
            <p:cNvSpPr/>
            <p:nvPr/>
          </p:nvSpPr>
          <p:spPr>
            <a:xfrm>
              <a:off x="3022162" y="23325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1" name="object 731"/>
            <p:cNvSpPr/>
            <p:nvPr/>
          </p:nvSpPr>
          <p:spPr>
            <a:xfrm>
              <a:off x="3022162" y="23325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2" name="object 732"/>
            <p:cNvSpPr/>
            <p:nvPr/>
          </p:nvSpPr>
          <p:spPr>
            <a:xfrm>
              <a:off x="3069684" y="23219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3" name="object 733"/>
            <p:cNvSpPr/>
            <p:nvPr/>
          </p:nvSpPr>
          <p:spPr>
            <a:xfrm>
              <a:off x="3069684" y="23219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4" name="object 734"/>
            <p:cNvSpPr/>
            <p:nvPr/>
          </p:nvSpPr>
          <p:spPr>
            <a:xfrm>
              <a:off x="2932445" y="22987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5" name="object 735"/>
            <p:cNvSpPr/>
            <p:nvPr/>
          </p:nvSpPr>
          <p:spPr>
            <a:xfrm>
              <a:off x="2932445" y="22987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6" name="object 736"/>
            <p:cNvSpPr/>
            <p:nvPr/>
          </p:nvSpPr>
          <p:spPr>
            <a:xfrm>
              <a:off x="3035905" y="21850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7" name="object 737"/>
            <p:cNvSpPr/>
            <p:nvPr/>
          </p:nvSpPr>
          <p:spPr>
            <a:xfrm>
              <a:off x="3035905" y="21850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8" name="object 738"/>
            <p:cNvSpPr/>
            <p:nvPr/>
          </p:nvSpPr>
          <p:spPr>
            <a:xfrm>
              <a:off x="2881795" y="2128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9" name="object 739"/>
            <p:cNvSpPr/>
            <p:nvPr/>
          </p:nvSpPr>
          <p:spPr>
            <a:xfrm>
              <a:off x="2881795" y="2128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0" name="object 740"/>
            <p:cNvSpPr/>
            <p:nvPr/>
          </p:nvSpPr>
          <p:spPr>
            <a:xfrm>
              <a:off x="2892494" y="2131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1" name="object 741"/>
            <p:cNvSpPr/>
            <p:nvPr/>
          </p:nvSpPr>
          <p:spPr>
            <a:xfrm>
              <a:off x="2892494" y="2131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2" name="object 742"/>
            <p:cNvSpPr/>
            <p:nvPr/>
          </p:nvSpPr>
          <p:spPr>
            <a:xfrm>
              <a:off x="2920087" y="2177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3" name="object 743"/>
            <p:cNvSpPr/>
            <p:nvPr/>
          </p:nvSpPr>
          <p:spPr>
            <a:xfrm>
              <a:off x="2920087" y="2177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4" name="object 744"/>
            <p:cNvSpPr/>
            <p:nvPr/>
          </p:nvSpPr>
          <p:spPr>
            <a:xfrm>
              <a:off x="2705358" y="23356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5" name="object 745"/>
            <p:cNvSpPr/>
            <p:nvPr/>
          </p:nvSpPr>
          <p:spPr>
            <a:xfrm>
              <a:off x="2705358" y="233566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6" name="object 746"/>
            <p:cNvSpPr/>
            <p:nvPr/>
          </p:nvSpPr>
          <p:spPr>
            <a:xfrm>
              <a:off x="2988874" y="22983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7" name="object 747"/>
            <p:cNvSpPr/>
            <p:nvPr/>
          </p:nvSpPr>
          <p:spPr>
            <a:xfrm>
              <a:off x="2988874" y="22983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8" name="object 748"/>
            <p:cNvSpPr/>
            <p:nvPr/>
          </p:nvSpPr>
          <p:spPr>
            <a:xfrm>
              <a:off x="2847416" y="22409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9" name="object 749"/>
            <p:cNvSpPr/>
            <p:nvPr/>
          </p:nvSpPr>
          <p:spPr>
            <a:xfrm>
              <a:off x="2847416" y="22409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0" name="object 750"/>
            <p:cNvSpPr/>
            <p:nvPr/>
          </p:nvSpPr>
          <p:spPr>
            <a:xfrm>
              <a:off x="2846355" y="23384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1" name="object 751"/>
            <p:cNvSpPr/>
            <p:nvPr/>
          </p:nvSpPr>
          <p:spPr>
            <a:xfrm>
              <a:off x="2846355" y="23384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2" name="object 752"/>
            <p:cNvSpPr/>
            <p:nvPr/>
          </p:nvSpPr>
          <p:spPr>
            <a:xfrm>
              <a:off x="2763153" y="21860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3" name="object 753"/>
            <p:cNvSpPr/>
            <p:nvPr/>
          </p:nvSpPr>
          <p:spPr>
            <a:xfrm>
              <a:off x="2763153" y="21860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4" name="object 754"/>
            <p:cNvSpPr/>
            <p:nvPr/>
          </p:nvSpPr>
          <p:spPr>
            <a:xfrm>
              <a:off x="2893316" y="24533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5" name="object 755"/>
            <p:cNvSpPr/>
            <p:nvPr/>
          </p:nvSpPr>
          <p:spPr>
            <a:xfrm>
              <a:off x="2893316" y="24533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6" name="object 756"/>
            <p:cNvSpPr/>
            <p:nvPr/>
          </p:nvSpPr>
          <p:spPr>
            <a:xfrm>
              <a:off x="2778382" y="19769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7" name="object 757"/>
            <p:cNvSpPr/>
            <p:nvPr/>
          </p:nvSpPr>
          <p:spPr>
            <a:xfrm>
              <a:off x="2778382" y="19769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8" name="object 758"/>
            <p:cNvSpPr/>
            <p:nvPr/>
          </p:nvSpPr>
          <p:spPr>
            <a:xfrm>
              <a:off x="2977627" y="20886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9" name="object 759"/>
            <p:cNvSpPr/>
            <p:nvPr/>
          </p:nvSpPr>
          <p:spPr>
            <a:xfrm>
              <a:off x="2977627" y="20886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0" name="object 760"/>
            <p:cNvSpPr/>
            <p:nvPr/>
          </p:nvSpPr>
          <p:spPr>
            <a:xfrm>
              <a:off x="3036481" y="2040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1" name="object 761"/>
            <p:cNvSpPr/>
            <p:nvPr/>
          </p:nvSpPr>
          <p:spPr>
            <a:xfrm>
              <a:off x="3036481" y="2040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2" name="object 762"/>
            <p:cNvSpPr/>
            <p:nvPr/>
          </p:nvSpPr>
          <p:spPr>
            <a:xfrm>
              <a:off x="3135834" y="22667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3" name="object 763"/>
            <p:cNvSpPr/>
            <p:nvPr/>
          </p:nvSpPr>
          <p:spPr>
            <a:xfrm>
              <a:off x="3135834" y="22667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4" name="object 764"/>
            <p:cNvSpPr/>
            <p:nvPr/>
          </p:nvSpPr>
          <p:spPr>
            <a:xfrm>
              <a:off x="2653500" y="21215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5" name="object 765"/>
            <p:cNvSpPr/>
            <p:nvPr/>
          </p:nvSpPr>
          <p:spPr>
            <a:xfrm>
              <a:off x="2653500" y="21215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6" name="object 766"/>
            <p:cNvSpPr/>
            <p:nvPr/>
          </p:nvSpPr>
          <p:spPr>
            <a:xfrm>
              <a:off x="2811511" y="2133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7" name="object 767"/>
            <p:cNvSpPr/>
            <p:nvPr/>
          </p:nvSpPr>
          <p:spPr>
            <a:xfrm>
              <a:off x="2811511" y="21336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8" name="object 768"/>
            <p:cNvSpPr/>
            <p:nvPr/>
          </p:nvSpPr>
          <p:spPr>
            <a:xfrm>
              <a:off x="2872784" y="21781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9" name="object 769"/>
            <p:cNvSpPr/>
            <p:nvPr/>
          </p:nvSpPr>
          <p:spPr>
            <a:xfrm>
              <a:off x="2872784" y="21781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0" name="object 770"/>
            <p:cNvSpPr/>
            <p:nvPr/>
          </p:nvSpPr>
          <p:spPr>
            <a:xfrm>
              <a:off x="2869987" y="21483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1" name="object 771"/>
            <p:cNvSpPr/>
            <p:nvPr/>
          </p:nvSpPr>
          <p:spPr>
            <a:xfrm>
              <a:off x="2869987" y="21483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2" name="object 772"/>
            <p:cNvSpPr/>
            <p:nvPr/>
          </p:nvSpPr>
          <p:spPr>
            <a:xfrm>
              <a:off x="2849022" y="22269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3" name="object 773"/>
            <p:cNvSpPr/>
            <p:nvPr/>
          </p:nvSpPr>
          <p:spPr>
            <a:xfrm>
              <a:off x="2849022" y="22269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4" name="object 774"/>
            <p:cNvSpPr/>
            <p:nvPr/>
          </p:nvSpPr>
          <p:spPr>
            <a:xfrm>
              <a:off x="2887355" y="2030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5" name="object 775"/>
            <p:cNvSpPr/>
            <p:nvPr/>
          </p:nvSpPr>
          <p:spPr>
            <a:xfrm>
              <a:off x="2887355" y="20303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6" name="object 776"/>
            <p:cNvSpPr/>
            <p:nvPr/>
          </p:nvSpPr>
          <p:spPr>
            <a:xfrm>
              <a:off x="2918992" y="23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7" name="object 777"/>
            <p:cNvSpPr/>
            <p:nvPr/>
          </p:nvSpPr>
          <p:spPr>
            <a:xfrm>
              <a:off x="2918992" y="23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8" name="object 778"/>
            <p:cNvSpPr/>
            <p:nvPr/>
          </p:nvSpPr>
          <p:spPr>
            <a:xfrm>
              <a:off x="3137860" y="19470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9" name="object 779"/>
            <p:cNvSpPr/>
            <p:nvPr/>
          </p:nvSpPr>
          <p:spPr>
            <a:xfrm>
              <a:off x="3137860" y="19470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0" name="object 780"/>
            <p:cNvSpPr/>
            <p:nvPr/>
          </p:nvSpPr>
          <p:spPr>
            <a:xfrm>
              <a:off x="2962855" y="23136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1" name="object 781"/>
            <p:cNvSpPr/>
            <p:nvPr/>
          </p:nvSpPr>
          <p:spPr>
            <a:xfrm>
              <a:off x="2962855" y="23136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2" name="object 782"/>
            <p:cNvSpPr/>
            <p:nvPr/>
          </p:nvSpPr>
          <p:spPr>
            <a:xfrm>
              <a:off x="3096663" y="24057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3" name="object 783"/>
            <p:cNvSpPr/>
            <p:nvPr/>
          </p:nvSpPr>
          <p:spPr>
            <a:xfrm>
              <a:off x="3096663" y="24057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4" name="object 784"/>
            <p:cNvSpPr/>
            <p:nvPr/>
          </p:nvSpPr>
          <p:spPr>
            <a:xfrm>
              <a:off x="3077138" y="20803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5" name="object 785"/>
            <p:cNvSpPr/>
            <p:nvPr/>
          </p:nvSpPr>
          <p:spPr>
            <a:xfrm>
              <a:off x="3077138" y="20803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6" name="object 786"/>
            <p:cNvSpPr/>
            <p:nvPr/>
          </p:nvSpPr>
          <p:spPr>
            <a:xfrm>
              <a:off x="3019402" y="23308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7" name="object 787"/>
            <p:cNvSpPr/>
            <p:nvPr/>
          </p:nvSpPr>
          <p:spPr>
            <a:xfrm>
              <a:off x="3019402" y="233087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8" name="object 788"/>
            <p:cNvSpPr/>
            <p:nvPr/>
          </p:nvSpPr>
          <p:spPr>
            <a:xfrm>
              <a:off x="2942693" y="24556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9" name="object 789"/>
            <p:cNvSpPr/>
            <p:nvPr/>
          </p:nvSpPr>
          <p:spPr>
            <a:xfrm>
              <a:off x="2942693" y="24556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0" name="object 790"/>
            <p:cNvSpPr/>
            <p:nvPr/>
          </p:nvSpPr>
          <p:spPr>
            <a:xfrm>
              <a:off x="2942415" y="231826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1" name="object 791"/>
            <p:cNvSpPr/>
            <p:nvPr/>
          </p:nvSpPr>
          <p:spPr>
            <a:xfrm>
              <a:off x="2942415" y="231826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2" name="object 792"/>
            <p:cNvSpPr/>
            <p:nvPr/>
          </p:nvSpPr>
          <p:spPr>
            <a:xfrm>
              <a:off x="2993196" y="21760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3" name="object 793"/>
            <p:cNvSpPr/>
            <p:nvPr/>
          </p:nvSpPr>
          <p:spPr>
            <a:xfrm>
              <a:off x="2993196" y="21760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4" name="object 794"/>
            <p:cNvSpPr/>
            <p:nvPr/>
          </p:nvSpPr>
          <p:spPr>
            <a:xfrm>
              <a:off x="3059294" y="23138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5" name="object 795"/>
            <p:cNvSpPr/>
            <p:nvPr/>
          </p:nvSpPr>
          <p:spPr>
            <a:xfrm>
              <a:off x="3059294" y="23138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6" name="object 796"/>
            <p:cNvSpPr/>
            <p:nvPr/>
          </p:nvSpPr>
          <p:spPr>
            <a:xfrm>
              <a:off x="2929971" y="2073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7" name="object 797"/>
            <p:cNvSpPr/>
            <p:nvPr/>
          </p:nvSpPr>
          <p:spPr>
            <a:xfrm>
              <a:off x="2929971" y="207321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8" name="object 798"/>
            <p:cNvSpPr/>
            <p:nvPr/>
          </p:nvSpPr>
          <p:spPr>
            <a:xfrm>
              <a:off x="3062129" y="20048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9" name="object 799"/>
            <p:cNvSpPr/>
            <p:nvPr/>
          </p:nvSpPr>
          <p:spPr>
            <a:xfrm>
              <a:off x="3062129" y="20048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0" name="object 800"/>
            <p:cNvSpPr/>
            <p:nvPr/>
          </p:nvSpPr>
          <p:spPr>
            <a:xfrm>
              <a:off x="2644763" y="23101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1" name="object 801"/>
            <p:cNvSpPr/>
            <p:nvPr/>
          </p:nvSpPr>
          <p:spPr>
            <a:xfrm>
              <a:off x="2644763" y="23101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2" name="object 802"/>
            <p:cNvSpPr/>
            <p:nvPr/>
          </p:nvSpPr>
          <p:spPr>
            <a:xfrm>
              <a:off x="2764276" y="21610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3" name="object 803"/>
            <p:cNvSpPr/>
            <p:nvPr/>
          </p:nvSpPr>
          <p:spPr>
            <a:xfrm>
              <a:off x="2764276" y="21610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04" name="object 804"/>
          <p:cNvGrpSpPr/>
          <p:nvPr/>
        </p:nvGrpSpPr>
        <p:grpSpPr>
          <a:xfrm>
            <a:off x="7208416" y="5238691"/>
            <a:ext cx="60401" cy="60401"/>
            <a:chOff x="2866408" y="2643599"/>
            <a:chExt cx="30480" cy="30480"/>
          </a:xfrm>
        </p:grpSpPr>
        <p:sp>
          <p:nvSpPr>
            <p:cNvPr id="805" name="object 805"/>
            <p:cNvSpPr/>
            <p:nvPr/>
          </p:nvSpPr>
          <p:spPr>
            <a:xfrm>
              <a:off x="2868939" y="2646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6" name="object 806"/>
            <p:cNvSpPr/>
            <p:nvPr/>
          </p:nvSpPr>
          <p:spPr>
            <a:xfrm>
              <a:off x="2868939" y="26461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07" name="object 807"/>
          <p:cNvGrpSpPr/>
          <p:nvPr/>
        </p:nvGrpSpPr>
        <p:grpSpPr>
          <a:xfrm>
            <a:off x="7643178" y="5152828"/>
            <a:ext cx="60401" cy="60401"/>
            <a:chOff x="3085802" y="2600270"/>
            <a:chExt cx="30480" cy="30480"/>
          </a:xfrm>
        </p:grpSpPr>
        <p:sp>
          <p:nvSpPr>
            <p:cNvPr id="808" name="object 808"/>
            <p:cNvSpPr/>
            <p:nvPr/>
          </p:nvSpPr>
          <p:spPr>
            <a:xfrm>
              <a:off x="3088333" y="26028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9" name="object 809"/>
            <p:cNvSpPr/>
            <p:nvPr/>
          </p:nvSpPr>
          <p:spPr>
            <a:xfrm>
              <a:off x="3088333" y="260280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0" name="object 810"/>
          <p:cNvGrpSpPr/>
          <p:nvPr/>
        </p:nvGrpSpPr>
        <p:grpSpPr>
          <a:xfrm>
            <a:off x="8003879" y="3316213"/>
            <a:ext cx="1043171" cy="2291453"/>
            <a:chOff x="3267822" y="1673459"/>
            <a:chExt cx="526415" cy="1156335"/>
          </a:xfrm>
        </p:grpSpPr>
        <p:sp>
          <p:nvSpPr>
            <p:cNvPr id="811" name="object 811"/>
            <p:cNvSpPr/>
            <p:nvPr/>
          </p:nvSpPr>
          <p:spPr>
            <a:xfrm>
              <a:off x="3421087" y="25228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2" name="object 812"/>
            <p:cNvSpPr/>
            <p:nvPr/>
          </p:nvSpPr>
          <p:spPr>
            <a:xfrm>
              <a:off x="3421087" y="25228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3" name="object 813"/>
            <p:cNvSpPr/>
            <p:nvPr/>
          </p:nvSpPr>
          <p:spPr>
            <a:xfrm>
              <a:off x="3399449" y="2488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4" name="object 814"/>
            <p:cNvSpPr/>
            <p:nvPr/>
          </p:nvSpPr>
          <p:spPr>
            <a:xfrm>
              <a:off x="3399449" y="2488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5" name="object 815"/>
            <p:cNvSpPr/>
            <p:nvPr/>
          </p:nvSpPr>
          <p:spPr>
            <a:xfrm>
              <a:off x="3366431" y="2454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6" name="object 816"/>
            <p:cNvSpPr/>
            <p:nvPr/>
          </p:nvSpPr>
          <p:spPr>
            <a:xfrm>
              <a:off x="3366431" y="2454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7" name="object 817"/>
            <p:cNvSpPr/>
            <p:nvPr/>
          </p:nvSpPr>
          <p:spPr>
            <a:xfrm>
              <a:off x="3334250" y="261385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8" name="object 818"/>
            <p:cNvSpPr/>
            <p:nvPr/>
          </p:nvSpPr>
          <p:spPr>
            <a:xfrm>
              <a:off x="3334250" y="261385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9" name="object 819"/>
            <p:cNvSpPr/>
            <p:nvPr/>
          </p:nvSpPr>
          <p:spPr>
            <a:xfrm>
              <a:off x="3382004" y="25652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0" name="object 820"/>
            <p:cNvSpPr/>
            <p:nvPr/>
          </p:nvSpPr>
          <p:spPr>
            <a:xfrm>
              <a:off x="3382004" y="25652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1" name="object 821"/>
            <p:cNvSpPr/>
            <p:nvPr/>
          </p:nvSpPr>
          <p:spPr>
            <a:xfrm>
              <a:off x="3424212" y="2402217"/>
              <a:ext cx="102870" cy="205740"/>
            </a:xfrm>
            <a:custGeom>
              <a:avLst/>
              <a:gdLst/>
              <a:ahLst/>
              <a:cxnLst/>
              <a:rect l="l" t="t" r="r" b="b"/>
              <a:pathLst>
                <a:path w="102870" h="205739">
                  <a:moveTo>
                    <a:pt x="25311" y="186093"/>
                  </a:moveTo>
                  <a:lnTo>
                    <a:pt x="19634" y="180428"/>
                  </a:lnTo>
                  <a:lnTo>
                    <a:pt x="5664" y="180428"/>
                  </a:lnTo>
                  <a:lnTo>
                    <a:pt x="0" y="186093"/>
                  </a:lnTo>
                  <a:lnTo>
                    <a:pt x="0" y="200063"/>
                  </a:lnTo>
                  <a:lnTo>
                    <a:pt x="5664" y="205727"/>
                  </a:lnTo>
                  <a:lnTo>
                    <a:pt x="19634" y="205727"/>
                  </a:lnTo>
                  <a:lnTo>
                    <a:pt x="25311" y="200063"/>
                  </a:lnTo>
                  <a:lnTo>
                    <a:pt x="25311" y="186093"/>
                  </a:lnTo>
                  <a:close/>
                </a:path>
                <a:path w="102870" h="205739">
                  <a:moveTo>
                    <a:pt x="102603" y="5664"/>
                  </a:moveTo>
                  <a:lnTo>
                    <a:pt x="96939" y="0"/>
                  </a:lnTo>
                  <a:lnTo>
                    <a:pt x="82956" y="0"/>
                  </a:lnTo>
                  <a:lnTo>
                    <a:pt x="77292" y="5664"/>
                  </a:lnTo>
                  <a:lnTo>
                    <a:pt x="77292" y="19634"/>
                  </a:lnTo>
                  <a:lnTo>
                    <a:pt x="82956" y="25298"/>
                  </a:lnTo>
                  <a:lnTo>
                    <a:pt x="96939" y="25298"/>
                  </a:lnTo>
                  <a:lnTo>
                    <a:pt x="102603" y="19634"/>
                  </a:lnTo>
                  <a:lnTo>
                    <a:pt x="102603" y="566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2" name="object 822"/>
            <p:cNvSpPr/>
            <p:nvPr/>
          </p:nvSpPr>
          <p:spPr>
            <a:xfrm>
              <a:off x="3501511" y="24022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3" name="object 823"/>
            <p:cNvSpPr/>
            <p:nvPr/>
          </p:nvSpPr>
          <p:spPr>
            <a:xfrm>
              <a:off x="3546344" y="23338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4" name="object 824"/>
            <p:cNvSpPr/>
            <p:nvPr/>
          </p:nvSpPr>
          <p:spPr>
            <a:xfrm>
              <a:off x="3546344" y="23338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5" name="object 825"/>
            <p:cNvSpPr/>
            <p:nvPr/>
          </p:nvSpPr>
          <p:spPr>
            <a:xfrm>
              <a:off x="3582303" y="23717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6" name="object 826"/>
            <p:cNvSpPr/>
            <p:nvPr/>
          </p:nvSpPr>
          <p:spPr>
            <a:xfrm>
              <a:off x="3582303" y="23717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7" name="object 827"/>
            <p:cNvSpPr/>
            <p:nvPr/>
          </p:nvSpPr>
          <p:spPr>
            <a:xfrm>
              <a:off x="3703091" y="25038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8" name="object 828"/>
            <p:cNvSpPr/>
            <p:nvPr/>
          </p:nvSpPr>
          <p:spPr>
            <a:xfrm>
              <a:off x="3703091" y="25038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9" name="object 829"/>
            <p:cNvSpPr/>
            <p:nvPr/>
          </p:nvSpPr>
          <p:spPr>
            <a:xfrm>
              <a:off x="3628339" y="24625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0" name="object 830"/>
            <p:cNvSpPr/>
            <p:nvPr/>
          </p:nvSpPr>
          <p:spPr>
            <a:xfrm>
              <a:off x="3628339" y="24625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1" name="object 831"/>
            <p:cNvSpPr/>
            <p:nvPr/>
          </p:nvSpPr>
          <p:spPr>
            <a:xfrm>
              <a:off x="3614920" y="23961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2" name="object 832"/>
            <p:cNvSpPr/>
            <p:nvPr/>
          </p:nvSpPr>
          <p:spPr>
            <a:xfrm>
              <a:off x="3614920" y="23961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3" name="object 833"/>
            <p:cNvSpPr/>
            <p:nvPr/>
          </p:nvSpPr>
          <p:spPr>
            <a:xfrm>
              <a:off x="3649821" y="2530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4" name="object 834"/>
            <p:cNvSpPr/>
            <p:nvPr/>
          </p:nvSpPr>
          <p:spPr>
            <a:xfrm>
              <a:off x="3649821" y="2530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5" name="object 835"/>
            <p:cNvSpPr/>
            <p:nvPr/>
          </p:nvSpPr>
          <p:spPr>
            <a:xfrm>
              <a:off x="3582368" y="25814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6" name="object 836"/>
            <p:cNvSpPr/>
            <p:nvPr/>
          </p:nvSpPr>
          <p:spPr>
            <a:xfrm>
              <a:off x="3582368" y="258144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7" name="object 837"/>
            <p:cNvSpPr/>
            <p:nvPr/>
          </p:nvSpPr>
          <p:spPr>
            <a:xfrm>
              <a:off x="3575951" y="2549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8" name="object 838"/>
            <p:cNvSpPr/>
            <p:nvPr/>
          </p:nvSpPr>
          <p:spPr>
            <a:xfrm>
              <a:off x="3575951" y="2549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9" name="object 839"/>
            <p:cNvSpPr/>
            <p:nvPr/>
          </p:nvSpPr>
          <p:spPr>
            <a:xfrm>
              <a:off x="3665967" y="22858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0" name="object 840"/>
            <p:cNvSpPr/>
            <p:nvPr/>
          </p:nvSpPr>
          <p:spPr>
            <a:xfrm>
              <a:off x="3665967" y="228583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1" name="object 841"/>
            <p:cNvSpPr/>
            <p:nvPr/>
          </p:nvSpPr>
          <p:spPr>
            <a:xfrm>
              <a:off x="3497919" y="2511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2" name="object 842"/>
            <p:cNvSpPr/>
            <p:nvPr/>
          </p:nvSpPr>
          <p:spPr>
            <a:xfrm>
              <a:off x="3497919" y="2511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3" name="object 843"/>
            <p:cNvSpPr/>
            <p:nvPr/>
          </p:nvSpPr>
          <p:spPr>
            <a:xfrm>
              <a:off x="3500083" y="25210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4" name="object 844"/>
            <p:cNvSpPr/>
            <p:nvPr/>
          </p:nvSpPr>
          <p:spPr>
            <a:xfrm>
              <a:off x="3424217" y="2521024"/>
              <a:ext cx="101600" cy="86995"/>
            </a:xfrm>
            <a:custGeom>
              <a:avLst/>
              <a:gdLst/>
              <a:ahLst/>
              <a:cxnLst/>
              <a:rect l="l" t="t" r="r" b="b"/>
              <a:pathLst>
                <a:path w="101600" h="86994">
                  <a:moveTo>
                    <a:pt x="101170" y="12652"/>
                  </a:moveTo>
                  <a:lnTo>
                    <a:pt x="101170" y="5664"/>
                  </a:lnTo>
                  <a:lnTo>
                    <a:pt x="95506" y="0"/>
                  </a:lnTo>
                  <a:lnTo>
                    <a:pt x="88517" y="0"/>
                  </a:lnTo>
                  <a:lnTo>
                    <a:pt x="81529" y="0"/>
                  </a:lnTo>
                  <a:lnTo>
                    <a:pt x="75865" y="5664"/>
                  </a:lnTo>
                  <a:lnTo>
                    <a:pt x="75865" y="12652"/>
                  </a:lnTo>
                  <a:lnTo>
                    <a:pt x="75865" y="19640"/>
                  </a:lnTo>
                  <a:lnTo>
                    <a:pt x="81529" y="25305"/>
                  </a:lnTo>
                  <a:lnTo>
                    <a:pt x="88517" y="25305"/>
                  </a:lnTo>
                  <a:lnTo>
                    <a:pt x="95506" y="25305"/>
                  </a:lnTo>
                  <a:lnTo>
                    <a:pt x="101170" y="19640"/>
                  </a:lnTo>
                  <a:lnTo>
                    <a:pt x="101170" y="12652"/>
                  </a:lnTo>
                  <a:close/>
                </a:path>
                <a:path w="101600" h="86994">
                  <a:moveTo>
                    <a:pt x="25305" y="74268"/>
                  </a:moveTo>
                  <a:lnTo>
                    <a:pt x="25305" y="67280"/>
                  </a:lnTo>
                  <a:lnTo>
                    <a:pt x="19640" y="61615"/>
                  </a:lnTo>
                  <a:lnTo>
                    <a:pt x="12652" y="61615"/>
                  </a:lnTo>
                  <a:lnTo>
                    <a:pt x="5664" y="61615"/>
                  </a:lnTo>
                  <a:lnTo>
                    <a:pt x="0" y="67280"/>
                  </a:lnTo>
                  <a:lnTo>
                    <a:pt x="0" y="74268"/>
                  </a:lnTo>
                  <a:lnTo>
                    <a:pt x="0" y="81256"/>
                  </a:lnTo>
                  <a:lnTo>
                    <a:pt x="5664" y="86921"/>
                  </a:lnTo>
                  <a:lnTo>
                    <a:pt x="12652" y="86921"/>
                  </a:lnTo>
                  <a:lnTo>
                    <a:pt x="19640" y="86921"/>
                  </a:lnTo>
                  <a:lnTo>
                    <a:pt x="25305" y="81256"/>
                  </a:lnTo>
                  <a:lnTo>
                    <a:pt x="25305" y="74268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5" name="object 845"/>
            <p:cNvSpPr/>
            <p:nvPr/>
          </p:nvSpPr>
          <p:spPr>
            <a:xfrm>
              <a:off x="3653707" y="235804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6" name="object 846"/>
            <p:cNvSpPr/>
            <p:nvPr/>
          </p:nvSpPr>
          <p:spPr>
            <a:xfrm>
              <a:off x="3653707" y="235804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7" name="object 847"/>
            <p:cNvSpPr/>
            <p:nvPr/>
          </p:nvSpPr>
          <p:spPr>
            <a:xfrm>
              <a:off x="3584167" y="24407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8" name="object 848"/>
            <p:cNvSpPr/>
            <p:nvPr/>
          </p:nvSpPr>
          <p:spPr>
            <a:xfrm>
              <a:off x="3584167" y="24407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9" name="object 849"/>
            <p:cNvSpPr/>
            <p:nvPr/>
          </p:nvSpPr>
          <p:spPr>
            <a:xfrm>
              <a:off x="3765934" y="26543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0" name="object 850"/>
            <p:cNvSpPr/>
            <p:nvPr/>
          </p:nvSpPr>
          <p:spPr>
            <a:xfrm>
              <a:off x="3765934" y="26543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1" name="object 851"/>
            <p:cNvSpPr/>
            <p:nvPr/>
          </p:nvSpPr>
          <p:spPr>
            <a:xfrm>
              <a:off x="3644661" y="25704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2" name="object 852"/>
            <p:cNvSpPr/>
            <p:nvPr/>
          </p:nvSpPr>
          <p:spPr>
            <a:xfrm>
              <a:off x="3644661" y="25704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3" name="object 853"/>
            <p:cNvSpPr/>
            <p:nvPr/>
          </p:nvSpPr>
          <p:spPr>
            <a:xfrm>
              <a:off x="3514549" y="25377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4" name="object 854"/>
            <p:cNvSpPr/>
            <p:nvPr/>
          </p:nvSpPr>
          <p:spPr>
            <a:xfrm>
              <a:off x="3514549" y="25377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5" name="object 855"/>
            <p:cNvSpPr/>
            <p:nvPr/>
          </p:nvSpPr>
          <p:spPr>
            <a:xfrm>
              <a:off x="3453874" y="25365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6" name="object 856"/>
            <p:cNvSpPr/>
            <p:nvPr/>
          </p:nvSpPr>
          <p:spPr>
            <a:xfrm>
              <a:off x="3453874" y="25365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7" name="object 857"/>
            <p:cNvSpPr/>
            <p:nvPr/>
          </p:nvSpPr>
          <p:spPr>
            <a:xfrm>
              <a:off x="3675752" y="2504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8" name="object 858"/>
            <p:cNvSpPr/>
            <p:nvPr/>
          </p:nvSpPr>
          <p:spPr>
            <a:xfrm>
              <a:off x="3675752" y="2504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9" name="object 859"/>
            <p:cNvSpPr/>
            <p:nvPr/>
          </p:nvSpPr>
          <p:spPr>
            <a:xfrm>
              <a:off x="3576514" y="25558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0" name="object 860"/>
            <p:cNvSpPr/>
            <p:nvPr/>
          </p:nvSpPr>
          <p:spPr>
            <a:xfrm>
              <a:off x="3576514" y="25558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1" name="object 861"/>
            <p:cNvSpPr/>
            <p:nvPr/>
          </p:nvSpPr>
          <p:spPr>
            <a:xfrm>
              <a:off x="3527256" y="26766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2" name="object 862"/>
            <p:cNvSpPr/>
            <p:nvPr/>
          </p:nvSpPr>
          <p:spPr>
            <a:xfrm>
              <a:off x="3527256" y="267668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3" name="object 863"/>
            <p:cNvSpPr/>
            <p:nvPr/>
          </p:nvSpPr>
          <p:spPr>
            <a:xfrm>
              <a:off x="3487656" y="26116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4" name="object 864"/>
            <p:cNvSpPr/>
            <p:nvPr/>
          </p:nvSpPr>
          <p:spPr>
            <a:xfrm>
              <a:off x="3487656" y="26116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5" name="object 865"/>
            <p:cNvSpPr/>
            <p:nvPr/>
          </p:nvSpPr>
          <p:spPr>
            <a:xfrm>
              <a:off x="3492055" y="26014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6" name="object 866"/>
            <p:cNvSpPr/>
            <p:nvPr/>
          </p:nvSpPr>
          <p:spPr>
            <a:xfrm>
              <a:off x="3492055" y="26014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7" name="object 867"/>
            <p:cNvSpPr/>
            <p:nvPr/>
          </p:nvSpPr>
          <p:spPr>
            <a:xfrm>
              <a:off x="3551019" y="2456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8" name="object 868"/>
            <p:cNvSpPr/>
            <p:nvPr/>
          </p:nvSpPr>
          <p:spPr>
            <a:xfrm>
              <a:off x="3551019" y="24567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9" name="object 869"/>
            <p:cNvSpPr/>
            <p:nvPr/>
          </p:nvSpPr>
          <p:spPr>
            <a:xfrm>
              <a:off x="3575128" y="26512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0" name="object 870"/>
            <p:cNvSpPr/>
            <p:nvPr/>
          </p:nvSpPr>
          <p:spPr>
            <a:xfrm>
              <a:off x="3575128" y="26512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1" name="object 871"/>
            <p:cNvSpPr/>
            <p:nvPr/>
          </p:nvSpPr>
          <p:spPr>
            <a:xfrm>
              <a:off x="3559327" y="25195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2" name="object 872"/>
            <p:cNvSpPr/>
            <p:nvPr/>
          </p:nvSpPr>
          <p:spPr>
            <a:xfrm>
              <a:off x="3559327" y="25195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3" name="object 873"/>
            <p:cNvSpPr/>
            <p:nvPr/>
          </p:nvSpPr>
          <p:spPr>
            <a:xfrm>
              <a:off x="3539666" y="25991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4" name="object 874"/>
            <p:cNvSpPr/>
            <p:nvPr/>
          </p:nvSpPr>
          <p:spPr>
            <a:xfrm>
              <a:off x="3539666" y="25991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5" name="object 875"/>
            <p:cNvSpPr/>
            <p:nvPr/>
          </p:nvSpPr>
          <p:spPr>
            <a:xfrm>
              <a:off x="3523315" y="23590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6" name="object 876"/>
            <p:cNvSpPr/>
            <p:nvPr/>
          </p:nvSpPr>
          <p:spPr>
            <a:xfrm>
              <a:off x="3523315" y="23590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7" name="object 877"/>
            <p:cNvSpPr/>
            <p:nvPr/>
          </p:nvSpPr>
          <p:spPr>
            <a:xfrm>
              <a:off x="3510619" y="2554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8" name="object 878"/>
            <p:cNvSpPr/>
            <p:nvPr/>
          </p:nvSpPr>
          <p:spPr>
            <a:xfrm>
              <a:off x="3510619" y="25545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9" name="object 879"/>
            <p:cNvSpPr/>
            <p:nvPr/>
          </p:nvSpPr>
          <p:spPr>
            <a:xfrm>
              <a:off x="3469431" y="2527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0" name="object 880"/>
            <p:cNvSpPr/>
            <p:nvPr/>
          </p:nvSpPr>
          <p:spPr>
            <a:xfrm>
              <a:off x="3469431" y="2527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1" name="object 881"/>
            <p:cNvSpPr/>
            <p:nvPr/>
          </p:nvSpPr>
          <p:spPr>
            <a:xfrm>
              <a:off x="3609222" y="263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2" name="object 882"/>
            <p:cNvSpPr/>
            <p:nvPr/>
          </p:nvSpPr>
          <p:spPr>
            <a:xfrm>
              <a:off x="3609222" y="263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3" name="object 883"/>
            <p:cNvSpPr/>
            <p:nvPr/>
          </p:nvSpPr>
          <p:spPr>
            <a:xfrm>
              <a:off x="3583178" y="25492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4" name="object 884"/>
            <p:cNvSpPr/>
            <p:nvPr/>
          </p:nvSpPr>
          <p:spPr>
            <a:xfrm>
              <a:off x="3583178" y="254921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5" name="object 885"/>
            <p:cNvSpPr/>
            <p:nvPr/>
          </p:nvSpPr>
          <p:spPr>
            <a:xfrm>
              <a:off x="3680018" y="24135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6" name="object 886"/>
            <p:cNvSpPr/>
            <p:nvPr/>
          </p:nvSpPr>
          <p:spPr>
            <a:xfrm>
              <a:off x="3680018" y="24135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7" name="object 887"/>
            <p:cNvSpPr/>
            <p:nvPr/>
          </p:nvSpPr>
          <p:spPr>
            <a:xfrm>
              <a:off x="3501687" y="24625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8" name="object 888"/>
            <p:cNvSpPr/>
            <p:nvPr/>
          </p:nvSpPr>
          <p:spPr>
            <a:xfrm>
              <a:off x="3501687" y="24625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9" name="object 889"/>
            <p:cNvSpPr/>
            <p:nvPr/>
          </p:nvSpPr>
          <p:spPr>
            <a:xfrm>
              <a:off x="3633721" y="26315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0" name="object 890"/>
            <p:cNvSpPr/>
            <p:nvPr/>
          </p:nvSpPr>
          <p:spPr>
            <a:xfrm>
              <a:off x="3633721" y="263151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1" name="object 891"/>
            <p:cNvSpPr/>
            <p:nvPr/>
          </p:nvSpPr>
          <p:spPr>
            <a:xfrm>
              <a:off x="3436495" y="26532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2" name="object 892"/>
            <p:cNvSpPr/>
            <p:nvPr/>
          </p:nvSpPr>
          <p:spPr>
            <a:xfrm>
              <a:off x="3436495" y="265328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3" name="object 893"/>
            <p:cNvSpPr/>
            <p:nvPr/>
          </p:nvSpPr>
          <p:spPr>
            <a:xfrm>
              <a:off x="3512565" y="24996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4" name="object 894"/>
            <p:cNvSpPr/>
            <p:nvPr/>
          </p:nvSpPr>
          <p:spPr>
            <a:xfrm>
              <a:off x="3512565" y="24996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5" name="object 895"/>
            <p:cNvSpPr/>
            <p:nvPr/>
          </p:nvSpPr>
          <p:spPr>
            <a:xfrm>
              <a:off x="3525525" y="24271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6" name="object 896"/>
            <p:cNvSpPr/>
            <p:nvPr/>
          </p:nvSpPr>
          <p:spPr>
            <a:xfrm>
              <a:off x="3525525" y="24271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7" name="object 897"/>
            <p:cNvSpPr/>
            <p:nvPr/>
          </p:nvSpPr>
          <p:spPr>
            <a:xfrm>
              <a:off x="3540887" y="2413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8" name="object 898"/>
            <p:cNvSpPr/>
            <p:nvPr/>
          </p:nvSpPr>
          <p:spPr>
            <a:xfrm>
              <a:off x="3540887" y="24132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9" name="object 899"/>
            <p:cNvSpPr/>
            <p:nvPr/>
          </p:nvSpPr>
          <p:spPr>
            <a:xfrm>
              <a:off x="3407352" y="26531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0" name="object 900"/>
            <p:cNvSpPr/>
            <p:nvPr/>
          </p:nvSpPr>
          <p:spPr>
            <a:xfrm>
              <a:off x="3407352" y="26531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1" name="object 901"/>
            <p:cNvSpPr/>
            <p:nvPr/>
          </p:nvSpPr>
          <p:spPr>
            <a:xfrm>
              <a:off x="3429144" y="26829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2" name="object 902"/>
            <p:cNvSpPr/>
            <p:nvPr/>
          </p:nvSpPr>
          <p:spPr>
            <a:xfrm>
              <a:off x="3429144" y="26829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3" name="object 903"/>
            <p:cNvSpPr/>
            <p:nvPr/>
          </p:nvSpPr>
          <p:spPr>
            <a:xfrm>
              <a:off x="3661431" y="23887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4" name="object 904"/>
            <p:cNvSpPr/>
            <p:nvPr/>
          </p:nvSpPr>
          <p:spPr>
            <a:xfrm>
              <a:off x="3661431" y="23887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5" name="object 905"/>
            <p:cNvSpPr/>
            <p:nvPr/>
          </p:nvSpPr>
          <p:spPr>
            <a:xfrm>
              <a:off x="3463700" y="25822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6" name="object 906"/>
            <p:cNvSpPr/>
            <p:nvPr/>
          </p:nvSpPr>
          <p:spPr>
            <a:xfrm>
              <a:off x="3463700" y="25822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7" name="object 907"/>
            <p:cNvSpPr/>
            <p:nvPr/>
          </p:nvSpPr>
          <p:spPr>
            <a:xfrm>
              <a:off x="3589956" y="253958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8" name="object 908"/>
            <p:cNvSpPr/>
            <p:nvPr/>
          </p:nvSpPr>
          <p:spPr>
            <a:xfrm>
              <a:off x="3589956" y="253958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9" name="object 909"/>
            <p:cNvSpPr/>
            <p:nvPr/>
          </p:nvSpPr>
          <p:spPr>
            <a:xfrm>
              <a:off x="3444467" y="2571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0" name="object 910"/>
            <p:cNvSpPr/>
            <p:nvPr/>
          </p:nvSpPr>
          <p:spPr>
            <a:xfrm>
              <a:off x="3444467" y="2571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1" name="object 911"/>
            <p:cNvSpPr/>
            <p:nvPr/>
          </p:nvSpPr>
          <p:spPr>
            <a:xfrm>
              <a:off x="3332808" y="2602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2" name="object 912"/>
            <p:cNvSpPr/>
            <p:nvPr/>
          </p:nvSpPr>
          <p:spPr>
            <a:xfrm>
              <a:off x="3332808" y="2602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3" name="object 913"/>
            <p:cNvSpPr/>
            <p:nvPr/>
          </p:nvSpPr>
          <p:spPr>
            <a:xfrm>
              <a:off x="3404837" y="26449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4" name="object 914"/>
            <p:cNvSpPr/>
            <p:nvPr/>
          </p:nvSpPr>
          <p:spPr>
            <a:xfrm>
              <a:off x="3404837" y="26449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5" name="object 915"/>
            <p:cNvSpPr/>
            <p:nvPr/>
          </p:nvSpPr>
          <p:spPr>
            <a:xfrm>
              <a:off x="3528275" y="23615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6" name="object 916"/>
            <p:cNvSpPr/>
            <p:nvPr/>
          </p:nvSpPr>
          <p:spPr>
            <a:xfrm>
              <a:off x="3528275" y="236158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7" name="object 917"/>
            <p:cNvSpPr/>
            <p:nvPr/>
          </p:nvSpPr>
          <p:spPr>
            <a:xfrm>
              <a:off x="3613241" y="240872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8" name="object 918"/>
            <p:cNvSpPr/>
            <p:nvPr/>
          </p:nvSpPr>
          <p:spPr>
            <a:xfrm>
              <a:off x="3613241" y="240872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9" name="object 919"/>
            <p:cNvSpPr/>
            <p:nvPr/>
          </p:nvSpPr>
          <p:spPr>
            <a:xfrm>
              <a:off x="3581896" y="23833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0" name="object 920"/>
            <p:cNvSpPr/>
            <p:nvPr/>
          </p:nvSpPr>
          <p:spPr>
            <a:xfrm>
              <a:off x="3581896" y="23833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1" name="object 921"/>
            <p:cNvSpPr/>
            <p:nvPr/>
          </p:nvSpPr>
          <p:spPr>
            <a:xfrm>
              <a:off x="3535632" y="24610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2" name="object 922"/>
            <p:cNvSpPr/>
            <p:nvPr/>
          </p:nvSpPr>
          <p:spPr>
            <a:xfrm>
              <a:off x="3535632" y="24610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3" name="object 923"/>
            <p:cNvSpPr/>
            <p:nvPr/>
          </p:nvSpPr>
          <p:spPr>
            <a:xfrm>
              <a:off x="3404336" y="26080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4" name="object 924"/>
            <p:cNvSpPr/>
            <p:nvPr/>
          </p:nvSpPr>
          <p:spPr>
            <a:xfrm>
              <a:off x="3404336" y="260804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5" name="object 925"/>
            <p:cNvSpPr/>
            <p:nvPr/>
          </p:nvSpPr>
          <p:spPr>
            <a:xfrm>
              <a:off x="3534278" y="26448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6" name="object 926"/>
            <p:cNvSpPr/>
            <p:nvPr/>
          </p:nvSpPr>
          <p:spPr>
            <a:xfrm>
              <a:off x="3534278" y="26448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7" name="object 927"/>
            <p:cNvSpPr/>
            <p:nvPr/>
          </p:nvSpPr>
          <p:spPr>
            <a:xfrm>
              <a:off x="3501374" y="250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8" name="object 928"/>
            <p:cNvSpPr/>
            <p:nvPr/>
          </p:nvSpPr>
          <p:spPr>
            <a:xfrm>
              <a:off x="3501374" y="25088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9" name="object 929"/>
            <p:cNvSpPr/>
            <p:nvPr/>
          </p:nvSpPr>
          <p:spPr>
            <a:xfrm>
              <a:off x="3535537" y="24362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0" name="object 930"/>
            <p:cNvSpPr/>
            <p:nvPr/>
          </p:nvSpPr>
          <p:spPr>
            <a:xfrm>
              <a:off x="3535537" y="24362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1" name="object 931"/>
            <p:cNvSpPr/>
            <p:nvPr/>
          </p:nvSpPr>
          <p:spPr>
            <a:xfrm>
              <a:off x="3603151" y="2537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2" name="object 932"/>
            <p:cNvSpPr/>
            <p:nvPr/>
          </p:nvSpPr>
          <p:spPr>
            <a:xfrm>
              <a:off x="3603151" y="25378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3" name="object 933"/>
            <p:cNvSpPr/>
            <p:nvPr/>
          </p:nvSpPr>
          <p:spPr>
            <a:xfrm>
              <a:off x="3518454" y="23251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4" name="object 934"/>
            <p:cNvSpPr/>
            <p:nvPr/>
          </p:nvSpPr>
          <p:spPr>
            <a:xfrm>
              <a:off x="3518454" y="23251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5" name="object 935"/>
            <p:cNvSpPr/>
            <p:nvPr/>
          </p:nvSpPr>
          <p:spPr>
            <a:xfrm>
              <a:off x="3468978" y="25724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6" name="object 936"/>
            <p:cNvSpPr/>
            <p:nvPr/>
          </p:nvSpPr>
          <p:spPr>
            <a:xfrm>
              <a:off x="3468978" y="25724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7" name="object 937"/>
            <p:cNvSpPr/>
            <p:nvPr/>
          </p:nvSpPr>
          <p:spPr>
            <a:xfrm>
              <a:off x="3547600" y="2752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8" name="object 938"/>
            <p:cNvSpPr/>
            <p:nvPr/>
          </p:nvSpPr>
          <p:spPr>
            <a:xfrm>
              <a:off x="3547600" y="27521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9" name="object 939"/>
            <p:cNvSpPr/>
            <p:nvPr/>
          </p:nvSpPr>
          <p:spPr>
            <a:xfrm>
              <a:off x="3640092" y="27505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0" name="object 940"/>
            <p:cNvSpPr/>
            <p:nvPr/>
          </p:nvSpPr>
          <p:spPr>
            <a:xfrm>
              <a:off x="3640092" y="27505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1" name="object 941"/>
            <p:cNvSpPr/>
            <p:nvPr/>
          </p:nvSpPr>
          <p:spPr>
            <a:xfrm>
              <a:off x="3605803" y="2791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2" name="object 942"/>
            <p:cNvSpPr/>
            <p:nvPr/>
          </p:nvSpPr>
          <p:spPr>
            <a:xfrm>
              <a:off x="3605803" y="2791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3" name="object 943"/>
            <p:cNvSpPr/>
            <p:nvPr/>
          </p:nvSpPr>
          <p:spPr>
            <a:xfrm>
              <a:off x="3605650" y="275928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4" name="object 944"/>
            <p:cNvSpPr/>
            <p:nvPr/>
          </p:nvSpPr>
          <p:spPr>
            <a:xfrm>
              <a:off x="3605650" y="275928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5" name="object 945"/>
            <p:cNvSpPr/>
            <p:nvPr/>
          </p:nvSpPr>
          <p:spPr>
            <a:xfrm>
              <a:off x="3671610" y="2788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6" name="object 946"/>
            <p:cNvSpPr/>
            <p:nvPr/>
          </p:nvSpPr>
          <p:spPr>
            <a:xfrm>
              <a:off x="3671610" y="2788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7" name="object 947"/>
            <p:cNvSpPr/>
            <p:nvPr/>
          </p:nvSpPr>
          <p:spPr>
            <a:xfrm>
              <a:off x="3632979" y="28016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8" name="object 948"/>
            <p:cNvSpPr/>
            <p:nvPr/>
          </p:nvSpPr>
          <p:spPr>
            <a:xfrm>
              <a:off x="3632979" y="28016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9" name="object 949"/>
            <p:cNvSpPr/>
            <p:nvPr/>
          </p:nvSpPr>
          <p:spPr>
            <a:xfrm>
              <a:off x="3548367" y="2795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0" name="object 950"/>
            <p:cNvSpPr/>
            <p:nvPr/>
          </p:nvSpPr>
          <p:spPr>
            <a:xfrm>
              <a:off x="3548367" y="2795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1" name="object 951"/>
            <p:cNvSpPr/>
            <p:nvPr/>
          </p:nvSpPr>
          <p:spPr>
            <a:xfrm>
              <a:off x="3643711" y="27792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2" name="object 952"/>
            <p:cNvSpPr/>
            <p:nvPr/>
          </p:nvSpPr>
          <p:spPr>
            <a:xfrm>
              <a:off x="3643711" y="27792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3" name="object 953"/>
            <p:cNvSpPr/>
            <p:nvPr/>
          </p:nvSpPr>
          <p:spPr>
            <a:xfrm>
              <a:off x="3640323" y="27619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4" name="object 954"/>
            <p:cNvSpPr/>
            <p:nvPr/>
          </p:nvSpPr>
          <p:spPr>
            <a:xfrm>
              <a:off x="3640323" y="27619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5" name="object 955"/>
            <p:cNvSpPr/>
            <p:nvPr/>
          </p:nvSpPr>
          <p:spPr>
            <a:xfrm>
              <a:off x="3560335" y="26913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6" name="object 956"/>
            <p:cNvSpPr/>
            <p:nvPr/>
          </p:nvSpPr>
          <p:spPr>
            <a:xfrm>
              <a:off x="3560335" y="269134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7" name="object 957"/>
            <p:cNvSpPr/>
            <p:nvPr/>
          </p:nvSpPr>
          <p:spPr>
            <a:xfrm>
              <a:off x="3585020" y="2503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8" name="object 958"/>
            <p:cNvSpPr/>
            <p:nvPr/>
          </p:nvSpPr>
          <p:spPr>
            <a:xfrm>
              <a:off x="3585020" y="25036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9" name="object 959"/>
            <p:cNvSpPr/>
            <p:nvPr/>
          </p:nvSpPr>
          <p:spPr>
            <a:xfrm>
              <a:off x="3500141" y="24133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0" name="object 960"/>
            <p:cNvSpPr/>
            <p:nvPr/>
          </p:nvSpPr>
          <p:spPr>
            <a:xfrm>
              <a:off x="3500141" y="24133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1" name="object 961"/>
            <p:cNvSpPr/>
            <p:nvPr/>
          </p:nvSpPr>
          <p:spPr>
            <a:xfrm>
              <a:off x="3569791" y="23072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2" name="object 962"/>
            <p:cNvSpPr/>
            <p:nvPr/>
          </p:nvSpPr>
          <p:spPr>
            <a:xfrm>
              <a:off x="3569791" y="23072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3" name="object 963"/>
            <p:cNvSpPr/>
            <p:nvPr/>
          </p:nvSpPr>
          <p:spPr>
            <a:xfrm>
              <a:off x="3335060" y="248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4" name="object 964"/>
            <p:cNvSpPr/>
            <p:nvPr/>
          </p:nvSpPr>
          <p:spPr>
            <a:xfrm>
              <a:off x="3335060" y="248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5" name="object 965"/>
            <p:cNvSpPr/>
            <p:nvPr/>
          </p:nvSpPr>
          <p:spPr>
            <a:xfrm>
              <a:off x="3554491" y="23486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6" name="object 966"/>
            <p:cNvSpPr/>
            <p:nvPr/>
          </p:nvSpPr>
          <p:spPr>
            <a:xfrm>
              <a:off x="3554491" y="234860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7" name="object 967"/>
            <p:cNvSpPr/>
            <p:nvPr/>
          </p:nvSpPr>
          <p:spPr>
            <a:xfrm>
              <a:off x="3488024" y="264284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8" name="object 968"/>
            <p:cNvSpPr/>
            <p:nvPr/>
          </p:nvSpPr>
          <p:spPr>
            <a:xfrm>
              <a:off x="3488024" y="264284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9" name="object 969"/>
            <p:cNvSpPr/>
            <p:nvPr/>
          </p:nvSpPr>
          <p:spPr>
            <a:xfrm>
              <a:off x="3622085" y="27294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0" name="object 970"/>
            <p:cNvSpPr/>
            <p:nvPr/>
          </p:nvSpPr>
          <p:spPr>
            <a:xfrm>
              <a:off x="3622085" y="27294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1" name="object 971"/>
            <p:cNvSpPr/>
            <p:nvPr/>
          </p:nvSpPr>
          <p:spPr>
            <a:xfrm>
              <a:off x="3548657" y="26738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2" name="object 972"/>
            <p:cNvSpPr/>
            <p:nvPr/>
          </p:nvSpPr>
          <p:spPr>
            <a:xfrm>
              <a:off x="3548657" y="26738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3" name="object 973"/>
            <p:cNvSpPr/>
            <p:nvPr/>
          </p:nvSpPr>
          <p:spPr>
            <a:xfrm>
              <a:off x="3521916" y="25759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4" name="object 974"/>
            <p:cNvSpPr/>
            <p:nvPr/>
          </p:nvSpPr>
          <p:spPr>
            <a:xfrm>
              <a:off x="3521916" y="25759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5" name="object 975"/>
            <p:cNvSpPr/>
            <p:nvPr/>
          </p:nvSpPr>
          <p:spPr>
            <a:xfrm>
              <a:off x="3645546" y="27344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6" name="object 976"/>
            <p:cNvSpPr/>
            <p:nvPr/>
          </p:nvSpPr>
          <p:spPr>
            <a:xfrm>
              <a:off x="3645546" y="27344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7" name="object 977"/>
            <p:cNvSpPr/>
            <p:nvPr/>
          </p:nvSpPr>
          <p:spPr>
            <a:xfrm>
              <a:off x="3428060" y="24917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8" name="object 978"/>
            <p:cNvSpPr/>
            <p:nvPr/>
          </p:nvSpPr>
          <p:spPr>
            <a:xfrm>
              <a:off x="3428060" y="249176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9" name="object 979"/>
            <p:cNvSpPr/>
            <p:nvPr/>
          </p:nvSpPr>
          <p:spPr>
            <a:xfrm>
              <a:off x="3632579" y="24489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0" name="object 980"/>
            <p:cNvSpPr/>
            <p:nvPr/>
          </p:nvSpPr>
          <p:spPr>
            <a:xfrm>
              <a:off x="3632579" y="24489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1" name="object 981"/>
            <p:cNvSpPr/>
            <p:nvPr/>
          </p:nvSpPr>
          <p:spPr>
            <a:xfrm>
              <a:off x="3614744" y="2426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2" name="object 982"/>
            <p:cNvSpPr/>
            <p:nvPr/>
          </p:nvSpPr>
          <p:spPr>
            <a:xfrm>
              <a:off x="3614744" y="242622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3" name="object 983"/>
            <p:cNvSpPr/>
            <p:nvPr/>
          </p:nvSpPr>
          <p:spPr>
            <a:xfrm>
              <a:off x="3500802" y="25939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4" name="object 984"/>
            <p:cNvSpPr/>
            <p:nvPr/>
          </p:nvSpPr>
          <p:spPr>
            <a:xfrm>
              <a:off x="3500802" y="25939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5" name="object 985"/>
            <p:cNvSpPr/>
            <p:nvPr/>
          </p:nvSpPr>
          <p:spPr>
            <a:xfrm>
              <a:off x="3565991" y="26601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6" name="object 986"/>
            <p:cNvSpPr/>
            <p:nvPr/>
          </p:nvSpPr>
          <p:spPr>
            <a:xfrm>
              <a:off x="3565991" y="26601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7" name="object 987"/>
            <p:cNvSpPr/>
            <p:nvPr/>
          </p:nvSpPr>
          <p:spPr>
            <a:xfrm>
              <a:off x="3430166" y="25845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8" name="object 988"/>
            <p:cNvSpPr/>
            <p:nvPr/>
          </p:nvSpPr>
          <p:spPr>
            <a:xfrm>
              <a:off x="3430166" y="258453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9" name="object 989"/>
            <p:cNvSpPr/>
            <p:nvPr/>
          </p:nvSpPr>
          <p:spPr>
            <a:xfrm>
              <a:off x="3397922" y="25310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0" name="object 990"/>
            <p:cNvSpPr/>
            <p:nvPr/>
          </p:nvSpPr>
          <p:spPr>
            <a:xfrm>
              <a:off x="3397922" y="253107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1" name="object 991"/>
            <p:cNvSpPr/>
            <p:nvPr/>
          </p:nvSpPr>
          <p:spPr>
            <a:xfrm>
              <a:off x="3451993" y="24755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2" name="object 992"/>
            <p:cNvSpPr/>
            <p:nvPr/>
          </p:nvSpPr>
          <p:spPr>
            <a:xfrm>
              <a:off x="3451993" y="24755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3" name="object 993"/>
            <p:cNvSpPr/>
            <p:nvPr/>
          </p:nvSpPr>
          <p:spPr>
            <a:xfrm>
              <a:off x="3630480" y="24181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4" name="object 994"/>
            <p:cNvSpPr/>
            <p:nvPr/>
          </p:nvSpPr>
          <p:spPr>
            <a:xfrm>
              <a:off x="3630480" y="241819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5" name="object 995"/>
            <p:cNvSpPr/>
            <p:nvPr/>
          </p:nvSpPr>
          <p:spPr>
            <a:xfrm>
              <a:off x="3396471" y="23092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6" name="object 996"/>
            <p:cNvSpPr/>
            <p:nvPr/>
          </p:nvSpPr>
          <p:spPr>
            <a:xfrm>
              <a:off x="3396471" y="23092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7" name="object 997"/>
            <p:cNvSpPr/>
            <p:nvPr/>
          </p:nvSpPr>
          <p:spPr>
            <a:xfrm>
              <a:off x="3285672" y="2196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8" name="object 998"/>
            <p:cNvSpPr/>
            <p:nvPr/>
          </p:nvSpPr>
          <p:spPr>
            <a:xfrm>
              <a:off x="3285672" y="2196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9" name="object 999"/>
            <p:cNvSpPr/>
            <p:nvPr/>
          </p:nvSpPr>
          <p:spPr>
            <a:xfrm>
              <a:off x="3425532" y="21073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3425532" y="21073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3489657" y="20562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3489657" y="205625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3504166" y="19999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3504166" y="19999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3381702" y="20163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3381702" y="20163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3481994" y="20476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3481994" y="204764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3573325" y="184241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3573325" y="184241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3560323" y="18397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3560323" y="18397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3509883" y="18646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3509883" y="18646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3607153" y="1854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3607153" y="1854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3575131" y="188657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3575131" y="188657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3500418" y="18457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3500418" y="184570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3499236" y="18236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3499236" y="18236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3544876" y="19023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3544876" y="190239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3458943" y="18347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3458943" y="18347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3502546" y="1937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3502546" y="193707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3453366" y="19638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3453366" y="19638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3503909" y="16912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3503909" y="16912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3572853" y="173885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3572853" y="173885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3571151" y="17475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3571151" y="17475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3524575" y="17916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3524575" y="179166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3312312" y="19308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3312312" y="193083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3379512" y="17907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3379512" y="17907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3373710" y="18524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3373710" y="18524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3566404" y="19643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3566404" y="19643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303878" y="1994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3303878" y="19949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3554797" y="188102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3554797" y="188102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3591723" y="19938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3591723" y="199381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375767" y="19745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3375767" y="197455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3407001" y="19102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3407001" y="191020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3577249" y="19944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3577249" y="199442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3454251" y="2026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3454251" y="20265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3325009" y="18561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3325009" y="18561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3618337" y="20938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3618337" y="20938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3466066" y="1850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3466066" y="18505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3571721" y="21375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3571721" y="213755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3358150" y="18729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3358150" y="187298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3457616" y="19186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3457616" y="191861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3431311" y="17790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431311" y="17790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3500857" y="1776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3500857" y="17761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499357" y="19152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3499357" y="19152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3747416" y="16817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3747416" y="168179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3691302" y="16809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3691302" y="16809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714997" y="17394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3714997" y="17394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3638244" y="178782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3638244" y="178782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3376931" y="19711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3376931" y="19711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3588319" y="167599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588319" y="167599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473446" y="20519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473446" y="205195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699405" y="1819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699405" y="18192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3386407" y="19088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386407" y="190881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681202" y="19425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681202" y="19425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639295" y="20109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639295" y="20109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401079" y="19629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401079" y="196297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460883" y="18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460883" y="18864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3602396" y="19037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3602396" y="190377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552477" y="19180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3552477" y="19180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3324072" y="21383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3324072" y="21383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3651598" y="17023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3651598" y="170230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477504" y="18697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3477504" y="186972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3318989" y="20655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3318989" y="206556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3614243" y="17114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3614243" y="17114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3564260" y="17803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3564260" y="178039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3644140" y="19152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3644140" y="191526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3469017" y="18592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3469017" y="185924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3540327" y="18306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3540327" y="183063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3468718" y="19494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3468718" y="194946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3550853" y="1928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3550853" y="192899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743323" y="1791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3743323" y="17911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3670848" y="1926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670848" y="192665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3394991" y="17124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3394991" y="171247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3575473" y="17444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575473" y="17444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454524" y="20876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454524" y="20876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544479" y="20064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544479" y="200648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339856" y="20790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339856" y="207901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3493558" y="207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3493558" y="207759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3517995" y="1873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3517995" y="187380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3453268" y="2126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3453268" y="212610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3656417" y="18602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3656417" y="18602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3596265" y="20078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3596265" y="20078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459753" y="20090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3459753" y="200906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3529056" y="2226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529056" y="22266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558643" y="22219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558643" y="22219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3463645" y="17909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3463645" y="179090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451244" y="20148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3451244" y="201485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3487083" y="19302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3487083" y="19302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3535957" y="21048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3535957" y="2104863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3466681" y="19971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3466681" y="19971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3413958" y="19643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3413958" y="196433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417150" y="19547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3417150" y="195470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3495765" y="20362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3495765" y="203622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3463180" y="18483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3463180" y="184833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3483146" y="18318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3483146" y="18318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3370251" y="20235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3370251" y="2023530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3517394" y="20397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3517394" y="20397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3564292" y="17590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3564292" y="1759072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3572333" y="1980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3572333" y="198064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3270353" y="22413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3270353" y="2241379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3521988" y="19471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3521988" y="194717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93" name="object 1193"/>
          <p:cNvGrpSpPr/>
          <p:nvPr/>
        </p:nvGrpSpPr>
        <p:grpSpPr>
          <a:xfrm>
            <a:off x="8273011" y="5485798"/>
            <a:ext cx="147227" cy="128350"/>
            <a:chOff x="3403634" y="2768296"/>
            <a:chExt cx="74295" cy="64769"/>
          </a:xfrm>
        </p:grpSpPr>
        <p:sp>
          <p:nvSpPr>
            <p:cNvPr id="1194" name="object 1194"/>
            <p:cNvSpPr/>
            <p:nvPr/>
          </p:nvSpPr>
          <p:spPr>
            <a:xfrm>
              <a:off x="3449722" y="28049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3449722" y="280490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3406165" y="27729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3406165" y="277294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3410082" y="27708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3410082" y="277082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0" name="object 1200"/>
          <p:cNvGrpSpPr/>
          <p:nvPr/>
        </p:nvGrpSpPr>
        <p:grpSpPr>
          <a:xfrm>
            <a:off x="8325435" y="5703603"/>
            <a:ext cx="60401" cy="60401"/>
            <a:chOff x="3430089" y="2878207"/>
            <a:chExt cx="30480" cy="30480"/>
          </a:xfrm>
        </p:grpSpPr>
        <p:sp>
          <p:nvSpPr>
            <p:cNvPr id="1201" name="object 1201"/>
            <p:cNvSpPr/>
            <p:nvPr/>
          </p:nvSpPr>
          <p:spPr>
            <a:xfrm>
              <a:off x="3432619" y="28807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3432619" y="288073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3" name="object 1203"/>
          <p:cNvGrpSpPr/>
          <p:nvPr/>
        </p:nvGrpSpPr>
        <p:grpSpPr>
          <a:xfrm>
            <a:off x="9101176" y="3641443"/>
            <a:ext cx="133385" cy="62917"/>
            <a:chOff x="3821551" y="1837580"/>
            <a:chExt cx="67310" cy="31750"/>
          </a:xfrm>
        </p:grpSpPr>
        <p:sp>
          <p:nvSpPr>
            <p:cNvPr id="1204" name="object 1204"/>
            <p:cNvSpPr/>
            <p:nvPr/>
          </p:nvSpPr>
          <p:spPr>
            <a:xfrm>
              <a:off x="3860584" y="18414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3860584" y="184148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3824082" y="18401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3824082" y="184011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8" name="object 1208"/>
          <p:cNvGrpSpPr/>
          <p:nvPr/>
        </p:nvGrpSpPr>
        <p:grpSpPr>
          <a:xfrm>
            <a:off x="8287280" y="3239415"/>
            <a:ext cx="60401" cy="60401"/>
            <a:chOff x="3410835" y="1634705"/>
            <a:chExt cx="30480" cy="30480"/>
          </a:xfrm>
        </p:grpSpPr>
        <p:sp>
          <p:nvSpPr>
            <p:cNvPr id="1209" name="object 1209"/>
            <p:cNvSpPr/>
            <p:nvPr/>
          </p:nvSpPr>
          <p:spPr>
            <a:xfrm>
              <a:off x="3413366" y="16372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3413366" y="163723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1" name="object 1211"/>
          <p:cNvGrpSpPr/>
          <p:nvPr/>
        </p:nvGrpSpPr>
        <p:grpSpPr>
          <a:xfrm>
            <a:off x="9048359" y="3165062"/>
            <a:ext cx="60401" cy="60401"/>
            <a:chOff x="3794898" y="1597184"/>
            <a:chExt cx="30480" cy="30480"/>
          </a:xfrm>
        </p:grpSpPr>
        <p:sp>
          <p:nvSpPr>
            <p:cNvPr id="1212" name="object 1212"/>
            <p:cNvSpPr/>
            <p:nvPr/>
          </p:nvSpPr>
          <p:spPr>
            <a:xfrm>
              <a:off x="3797429" y="15997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19640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5664"/>
                  </a:lnTo>
                  <a:lnTo>
                    <a:pt x="1964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3797429" y="1599715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5" y="12652"/>
                  </a:moveTo>
                  <a:lnTo>
                    <a:pt x="25305" y="5664"/>
                  </a:lnTo>
                  <a:lnTo>
                    <a:pt x="19640" y="0"/>
                  </a:ln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9640"/>
                  </a:lnTo>
                  <a:lnTo>
                    <a:pt x="5664" y="25305"/>
                  </a:lnTo>
                  <a:lnTo>
                    <a:pt x="12652" y="25305"/>
                  </a:lnTo>
                  <a:lnTo>
                    <a:pt x="19640" y="25305"/>
                  </a:lnTo>
                  <a:lnTo>
                    <a:pt x="25305" y="19640"/>
                  </a:lnTo>
                  <a:lnTo>
                    <a:pt x="25305" y="12652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14" name="object 1214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1939867772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6489" y="406078"/>
            <a:ext cx="2275094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20" dirty="0"/>
              <a:t>Example</a:t>
            </a:r>
            <a:r>
              <a:rPr spc="-89" dirty="0"/>
              <a:t> </a:t>
            </a:r>
            <a:r>
              <a:rPr spc="20" dirty="0"/>
              <a:t>settings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9607" y="1590235"/>
            <a:ext cx="5847546" cy="3902892"/>
          </a:xfrm>
          <a:prstGeom prst="rect">
            <a:avLst/>
          </a:prstGeom>
        </p:spPr>
        <p:txBody>
          <a:bodyPr vert="horz" wrap="square" lIns="0" tIns="79276" rIns="0" bIns="0" rtlCol="0">
            <a:spAutoFit/>
          </a:bodyPr>
          <a:lstStyle/>
          <a:p>
            <a:pPr marL="247901" marR="1187910" indent="-247901" algn="r" defTabSz="1812066">
              <a:spcBef>
                <a:spcPts val="624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47901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topic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discovery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document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classification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239092" marR="1289839" lvl="1" indent="-239092" algn="r" defTabSz="1812066">
              <a:spcBef>
                <a:spcPts val="426"/>
              </a:spcBef>
              <a:buClr>
                <a:srgbClr val="214796"/>
              </a:buClr>
              <a:buSzPct val="88888"/>
              <a:buFont typeface="Microsoft Sans Serif"/>
              <a:buChar char="–"/>
              <a:tabLst>
                <a:tab pos="239092" algn="l"/>
              </a:tabLst>
            </a:pPr>
            <a:r>
              <a:rPr sz="1784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8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word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count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histogram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for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document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1784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55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patient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clustering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824239" lvl="1" indent="-239092" defTabSz="1812066">
              <a:spcBef>
                <a:spcPts val="426"/>
              </a:spcBef>
              <a:buClr>
                <a:srgbClr val="214796"/>
              </a:buClr>
              <a:buSzPct val="88888"/>
              <a:buFont typeface="Microsoft Sans Serif"/>
              <a:buChar char="–"/>
              <a:tabLst>
                <a:tab pos="824239" algn="l"/>
              </a:tabLst>
            </a:pPr>
            <a:r>
              <a:rPr sz="1784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68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are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patient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attributes,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test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results,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symptoms</a:t>
            </a:r>
            <a:endParaRPr sz="1585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55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customer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market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segmentation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824239" lvl="1" indent="-239092" defTabSz="1812066">
              <a:spcBef>
                <a:spcPts val="426"/>
              </a:spcBef>
              <a:buClr>
                <a:srgbClr val="214796"/>
              </a:buClr>
              <a:buSzPct val="88888"/>
              <a:buFont typeface="Microsoft Sans Serif"/>
              <a:buChar char="–"/>
              <a:tabLst>
                <a:tab pos="824239" algn="l"/>
              </a:tabLst>
            </a:pPr>
            <a:r>
              <a:rPr sz="1784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68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purchase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history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and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other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attributes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customer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1784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55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color compression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images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824239" lvl="1" indent="-239092" defTabSz="1812066">
              <a:spcBef>
                <a:spcPts val="426"/>
              </a:spcBef>
              <a:buClr>
                <a:srgbClr val="214796"/>
              </a:buClr>
              <a:buSzPct val="88888"/>
              <a:buFont typeface="Microsoft Sans Serif"/>
              <a:buChar char="–"/>
              <a:tabLst>
                <a:tab pos="824239" algn="l"/>
              </a:tabLst>
            </a:pPr>
            <a:r>
              <a:rPr sz="1784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38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are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RGB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pixel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values</a:t>
            </a:r>
            <a:endParaRPr sz="1585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55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financial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sectors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824239" lvl="1" indent="-239092" defTabSz="1812066">
              <a:spcBef>
                <a:spcPts val="426"/>
              </a:spcBef>
              <a:buClr>
                <a:srgbClr val="214796"/>
              </a:buClr>
              <a:buSzPct val="88888"/>
              <a:buFont typeface="Microsoft Sans Serif"/>
              <a:buChar char="–"/>
              <a:tabLst>
                <a:tab pos="824239" algn="l"/>
              </a:tabLst>
            </a:pPr>
            <a:r>
              <a:rPr sz="1784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68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are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-vectors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financial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attributes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company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1784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336077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7376" y="406078"/>
            <a:ext cx="2633724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20" dirty="0"/>
              <a:t>Clustering</a:t>
            </a:r>
            <a:r>
              <a:rPr spc="-109" dirty="0"/>
              <a:t> </a:t>
            </a:r>
            <a:r>
              <a:rPr spc="2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9607" y="1362901"/>
            <a:ext cx="4592972" cy="19772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22145" indent="-247901" defTabSz="1812066">
              <a:spcBef>
                <a:spcPts val="188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23404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327" dirty="0">
                <a:solidFill>
                  <a:prstClr val="black"/>
                </a:solidFill>
                <a:latin typeface="Lucida Sans Unicode"/>
                <a:cs typeface="Lucida Sans Unicode"/>
              </a:rPr>
              <a:t>⊂</a:t>
            </a:r>
            <a:r>
              <a:rPr sz="1982" spc="30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spc="40" dirty="0">
                <a:solidFill>
                  <a:prstClr val="black"/>
                </a:solidFill>
                <a:latin typeface="Lucida Sans Unicode"/>
                <a:cs typeface="Lucida Sans Unicode"/>
              </a:rPr>
              <a:t>{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149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982" dirty="0">
                <a:solidFill>
                  <a:prstClr val="black"/>
                </a:solidFill>
                <a:latin typeface="Lucida Sans Unicode"/>
                <a:cs typeface="Lucida Sans Unicode"/>
              </a:rPr>
              <a:t>}</a:t>
            </a:r>
            <a:r>
              <a:rPr sz="1982" spc="-89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oup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f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or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982" i="1"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23404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oup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hat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in:</a:t>
            </a:r>
            <a:r>
              <a:rPr sz="1784" spc="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982" i="1" spc="8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525" dirty="0">
                <a:solidFill>
                  <a:prstClr val="black"/>
                </a:solidFill>
                <a:latin typeface="Lucida Sans Unicode"/>
                <a:cs typeface="Lucida Sans Unicode"/>
              </a:rPr>
              <a:t>∈</a:t>
            </a:r>
            <a:r>
              <a:rPr sz="1982" spc="-40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1635" i="1" spc="-14" baseline="-25252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1635" baseline="-2525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oup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4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1784" i="1" spc="-4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esen</a:t>
            </a:r>
            <a:r>
              <a:rPr sz="1784" i="1" spc="-3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ati</a:t>
            </a:r>
            <a:r>
              <a:rPr sz="1784" i="1" spc="-69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:</a:t>
            </a:r>
            <a:r>
              <a:rPr sz="1784" spc="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-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v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ec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ors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endParaRPr sz="2081" baseline="-11904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>
              <a:spcBef>
                <a:spcPts val="109"/>
              </a:spcBef>
              <a:buClr>
                <a:srgbClr val="214796"/>
              </a:buClr>
              <a:buFont typeface="Lucida Sans Unicode"/>
              <a:buChar char="►"/>
            </a:pPr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clustering</a:t>
            </a:r>
            <a:r>
              <a:rPr sz="1784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objective</a:t>
            </a:r>
            <a:r>
              <a:rPr sz="1784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9607" y="4556196"/>
            <a:ext cx="6952376" cy="1306288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22145" defTabSz="1812066">
              <a:spcBef>
                <a:spcPts val="188"/>
              </a:spcBef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mean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square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distance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from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vectors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associated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556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23404" algn="l"/>
              </a:tabLst>
            </a:pP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r>
              <a:rPr sz="2081" spc="311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small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means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good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clustering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goal:</a:t>
            </a:r>
            <a:r>
              <a:rPr sz="1784" spc="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choose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clustering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34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i="1" spc="34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minimize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799" y="3085835"/>
            <a:ext cx="3600450" cy="12001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093076"/>
            <a:ext cx="9124950" cy="547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2907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8797" y="406078"/>
            <a:ext cx="6411286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20" dirty="0"/>
              <a:t>Partitioning the </a:t>
            </a:r>
            <a:r>
              <a:rPr spc="10" dirty="0"/>
              <a:t>vectors</a:t>
            </a:r>
            <a:r>
              <a:rPr spc="30" dirty="0"/>
              <a:t> </a:t>
            </a:r>
            <a:r>
              <a:rPr spc="10" dirty="0"/>
              <a:t>given</a:t>
            </a:r>
            <a:r>
              <a:rPr spc="20" dirty="0"/>
              <a:t> the</a:t>
            </a:r>
            <a:r>
              <a:rPr spc="30" dirty="0"/>
              <a:t> </a:t>
            </a:r>
            <a:r>
              <a:rPr spc="20" dirty="0"/>
              <a:t>representatives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9607" y="1951860"/>
            <a:ext cx="6805147" cy="82654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22145" indent="-247901" defTabSz="1812066"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suppose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ep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esentati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v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19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gi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v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how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do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we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assign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vectors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groups,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i.e.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choose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10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0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4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7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10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2081" i="1" spc="-25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?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9607" y="3673859"/>
            <a:ext cx="6506921" cy="131911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22145" indent="-247901" defTabSz="1812066">
              <a:spcBef>
                <a:spcPts val="188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23404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on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l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y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appears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erm</a:t>
            </a:r>
            <a:r>
              <a:rPr sz="1784" spc="119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238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416" dirty="0">
                <a:solidFill>
                  <a:prstClr val="black"/>
                </a:solidFill>
                <a:latin typeface="Lucida Sans Unicode"/>
                <a:cs typeface="Lucida Sans Unicode"/>
              </a:rPr>
              <a:t>−</a:t>
            </a:r>
            <a:r>
              <a:rPr sz="1982" spc="-18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1635" i="1" spc="-14" baseline="-25252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635" i="1" spc="30" baseline="-25252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2081" spc="30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z="2081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spc="-162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79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30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minimize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over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i="1" spc="4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,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choose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355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so</a:t>
            </a:r>
            <a:r>
              <a:rPr sz="1784" spc="129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97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416" dirty="0">
                <a:solidFill>
                  <a:prstClr val="black"/>
                </a:solidFill>
                <a:latin typeface="Lucida Sans Unicode"/>
                <a:cs typeface="Lucida Sans Unicode"/>
              </a:rPr>
              <a:t>−</a:t>
            </a:r>
            <a:r>
              <a:rPr sz="1982" spc="-18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c</a:t>
            </a:r>
            <a:r>
              <a:rPr sz="1635" i="1" baseline="-25252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635" i="1" spc="44" baseline="-25252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10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2081" spc="1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r>
              <a:rPr sz="2081" spc="446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7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dirty="0">
                <a:solidFill>
                  <a:prstClr val="black"/>
                </a:solidFill>
                <a:latin typeface="Times New Roman"/>
                <a:cs typeface="Times New Roman"/>
              </a:rPr>
              <a:t>min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i="1" spc="28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spc="28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416" dirty="0">
                <a:solidFill>
                  <a:prstClr val="black"/>
                </a:solidFill>
                <a:latin typeface="Lucida Sans Unicode"/>
                <a:cs typeface="Lucida Sans Unicode"/>
              </a:rPr>
              <a:t>−</a:t>
            </a:r>
            <a:r>
              <a:rPr sz="1982" spc="-17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i="1" spc="-22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436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2081" spc="-65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22145" indent="-247901" defTabSz="1812066">
              <a:spcBef>
                <a:spcPts val="1714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i.e.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assign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each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vector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3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its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nearest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representative</a:t>
            </a:r>
            <a:endParaRPr sz="1784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28" y="1438995"/>
            <a:ext cx="7893597" cy="36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71754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4096" y="406078"/>
            <a:ext cx="5799729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30" dirty="0"/>
              <a:t>Choosing</a:t>
            </a:r>
            <a:r>
              <a:rPr spc="10" dirty="0"/>
              <a:t> </a:t>
            </a:r>
            <a:r>
              <a:rPr spc="20" dirty="0"/>
              <a:t>representatives</a:t>
            </a:r>
            <a:r>
              <a:rPr spc="10" dirty="0"/>
              <a:t> given </a:t>
            </a:r>
            <a:r>
              <a:rPr spc="20" dirty="0"/>
              <a:t>the</a:t>
            </a:r>
            <a:r>
              <a:rPr spc="10" dirty="0"/>
              <a:t> </a:t>
            </a:r>
            <a:r>
              <a:rPr spc="20" dirty="0"/>
              <a:t>partition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4440" y="1419149"/>
            <a:ext cx="6959926" cy="149339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47313" indent="-247901" defTabSz="1812066">
              <a:lnSpc>
                <a:spcPts val="2378"/>
              </a:lnSpc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48571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given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5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2081" spc="73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50" dirty="0">
                <a:solidFill>
                  <a:prstClr val="black"/>
                </a:solidFill>
                <a:latin typeface="Arial"/>
                <a:cs typeface="Arial"/>
              </a:rPr>
              <a:t>,.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2081" i="1" spc="-34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how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we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choose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47313" defTabSz="1812066">
              <a:lnSpc>
                <a:spcPts val="2378"/>
              </a:lnSpc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19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minimize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79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30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</a:t>
            </a:r>
            <a:r>
              <a:rPr sz="2081" spc="162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?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47313" indent="-247901" defTabSz="1812066">
              <a:spcBef>
                <a:spcPts val="1516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48571" algn="l"/>
              </a:tabLst>
            </a:pP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r>
              <a:rPr sz="2081" spc="355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splits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into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sum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sums,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one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for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each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4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: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R="1364083" algn="r" defTabSz="1812066">
              <a:spcBef>
                <a:spcPts val="386"/>
              </a:spcBef>
            </a:pPr>
            <a:r>
              <a:rPr sz="1982" spc="1367" dirty="0">
                <a:solidFill>
                  <a:prstClr val="black"/>
                </a:solidFill>
                <a:latin typeface="Lucida Sans Unicode"/>
                <a:cs typeface="Lucida Sans Unicode"/>
              </a:rPr>
              <a:t>X</a:t>
            </a:r>
            <a:endParaRPr sz="1982">
              <a:solidFill>
                <a:prstClr val="black"/>
              </a:solidFill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1638" y="2927379"/>
            <a:ext cx="2178201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  <a:tabLst>
                <a:tab pos="1669868" algn="l"/>
                <a:tab pos="2101494" algn="l"/>
              </a:tabLst>
            </a:pPr>
            <a:r>
              <a:rPr sz="1387" i="1" spc="10" dirty="0">
                <a:solidFill>
                  <a:prstClr val="black"/>
                </a:solidFill>
                <a:latin typeface="Times New Roman"/>
                <a:cs typeface="Times New Roman"/>
              </a:rPr>
              <a:t>j	i	j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1342" y="2822059"/>
            <a:ext cx="5164263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151006" defTabSz="1812066">
              <a:spcBef>
                <a:spcPts val="188"/>
              </a:spcBef>
              <a:tabLst>
                <a:tab pos="2723133" algn="l"/>
                <a:tab pos="4255839" algn="l"/>
              </a:tabLst>
            </a:pPr>
            <a:r>
              <a:rPr sz="1982" i="1" spc="79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30" baseline="31746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r>
              <a:rPr sz="2081" baseline="3174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spc="-73" baseline="3174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208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spc="-238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+ </a:t>
            </a:r>
            <a:r>
              <a:rPr sz="1982" spc="-763" dirty="0">
                <a:solidFill>
                  <a:prstClr val="black"/>
                </a:solidFill>
                <a:latin typeface="Lucida Sans Unicode"/>
                <a:cs typeface="Lucida Sans Unicode"/>
              </a:rPr>
              <a:t>·</a:t>
            </a:r>
            <a:r>
              <a:rPr sz="1982" spc="-26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spc="-763" dirty="0">
                <a:solidFill>
                  <a:prstClr val="black"/>
                </a:solidFill>
                <a:latin typeface="Lucida Sans Unicode"/>
                <a:cs typeface="Lucida Sans Unicode"/>
              </a:rPr>
              <a:t>·</a:t>
            </a:r>
            <a:r>
              <a:rPr sz="1982" spc="-26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spc="-763" dirty="0">
                <a:solidFill>
                  <a:prstClr val="black"/>
                </a:solidFill>
                <a:latin typeface="Lucida Sans Unicode"/>
                <a:cs typeface="Lucida Sans Unicode"/>
              </a:rPr>
              <a:t>·</a:t>
            </a:r>
            <a:r>
              <a:rPr sz="1982" spc="-16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+</a:t>
            </a:r>
            <a:r>
              <a:rPr sz="1982" spc="-40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i="1" spc="206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i="1"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14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20" dirty="0">
                <a:solidFill>
                  <a:prstClr val="black"/>
                </a:solidFill>
                <a:latin typeface="Times New Roman"/>
                <a:cs typeface="Times New Roman"/>
              </a:rPr>
              <a:t>(</a:t>
            </a:r>
            <a:r>
              <a:rPr sz="1982" spc="-3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297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1982" i="1" spc="139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sz="1982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1982" spc="-10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416" dirty="0">
                <a:solidFill>
                  <a:prstClr val="black"/>
                </a:solidFill>
                <a:latin typeface="Lucida Sans Unicode"/>
                <a:cs typeface="Lucida Sans Unicode"/>
              </a:rPr>
              <a:t>−</a:t>
            </a:r>
            <a:r>
              <a:rPr sz="1982" spc="-18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1982" i="1" spc="9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327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endParaRPr sz="1982">
              <a:solidFill>
                <a:prstClr val="black"/>
              </a:solidFill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27067" y="2786218"/>
            <a:ext cx="142193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1387" spc="20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273" y="3180710"/>
            <a:ext cx="7397832" cy="1925298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R="1780607" algn="r" defTabSz="1812066">
              <a:spcBef>
                <a:spcPts val="248"/>
              </a:spcBef>
            </a:pPr>
            <a:r>
              <a:rPr sz="1387" i="1" spc="-4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387" spc="-40" dirty="0">
                <a:solidFill>
                  <a:prstClr val="black"/>
                </a:solidFill>
                <a:latin typeface="Lucida Sans Unicode"/>
                <a:cs typeface="Lucida Sans Unicode"/>
              </a:rPr>
              <a:t>∈</a:t>
            </a:r>
            <a:r>
              <a:rPr sz="1387" i="1" spc="-4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1635" i="1" spc="-59" baseline="-10101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endParaRPr sz="1635" baseline="-10101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72480" marR="110737" indent="-247901" defTabSz="1812066">
              <a:lnSpc>
                <a:spcPct val="108000"/>
              </a:lnSpc>
              <a:spcBef>
                <a:spcPts val="1673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73739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we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choose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i="1" spc="355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minimize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mean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square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distance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points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its </a:t>
            </a:r>
            <a:r>
              <a:rPr sz="1784" spc="-446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72480" indent="-247901" defTabSz="1812066">
              <a:spcBef>
                <a:spcPts val="1754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73739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mean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(or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average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or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centroid)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points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partition: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1881277" algn="ctr" defTabSz="1812066">
              <a:spcBef>
                <a:spcPts val="218"/>
              </a:spcBef>
            </a:pPr>
            <a:r>
              <a:rPr sz="1982" spc="1367" dirty="0">
                <a:solidFill>
                  <a:prstClr val="black"/>
                </a:solidFill>
                <a:latin typeface="Lucida Sans Unicode"/>
                <a:cs typeface="Lucida Sans Unicode"/>
              </a:rPr>
              <a:t>X</a:t>
            </a:r>
            <a:endParaRPr sz="1982">
              <a:solidFill>
                <a:prstClr val="black"/>
              </a:solidFill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8445" y="5372124"/>
            <a:ext cx="489498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75503" defTabSz="1812066">
              <a:spcBef>
                <a:spcPts val="248"/>
              </a:spcBef>
            </a:pPr>
            <a:r>
              <a:rPr sz="1387" i="1" spc="-40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387" spc="-40" dirty="0">
                <a:solidFill>
                  <a:prstClr val="black"/>
                </a:solidFill>
                <a:latin typeface="Lucida Sans Unicode"/>
                <a:cs typeface="Lucida Sans Unicode"/>
              </a:rPr>
              <a:t>∈</a:t>
            </a:r>
            <a:r>
              <a:rPr sz="1387" i="1" spc="-4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1635" i="1" spc="-59" baseline="-10101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endParaRPr sz="1635" baseline="-10101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62670" y="5013497"/>
            <a:ext cx="1869906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  <a:tabLst>
                <a:tab pos="1732787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 </a:t>
            </a:r>
            <a:r>
              <a:rPr sz="1982" i="1" spc="5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14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20" dirty="0">
                <a:solidFill>
                  <a:prstClr val="black"/>
                </a:solidFill>
                <a:latin typeface="Times New Roman"/>
                <a:cs typeface="Times New Roman"/>
              </a:rPr>
              <a:t>(</a:t>
            </a:r>
            <a:r>
              <a:rPr sz="1982" spc="-3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377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1982" spc="-277" dirty="0">
                <a:solidFill>
                  <a:prstClr val="black"/>
                </a:solidFill>
                <a:latin typeface="Lucida Sans Unicode"/>
                <a:cs typeface="Lucida Sans Unicode"/>
              </a:rPr>
              <a:t>|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1982" i="1" spc="7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38" dirty="0">
                <a:solidFill>
                  <a:prstClr val="black"/>
                </a:solidFill>
                <a:latin typeface="Lucida Sans Unicode"/>
                <a:cs typeface="Lucida Sans Unicode"/>
              </a:rPr>
              <a:t>|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)</a:t>
            </a:r>
            <a:r>
              <a:rPr sz="1982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60218" y="5118794"/>
            <a:ext cx="1823347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  <a:tabLst>
                <a:tab pos="968952" algn="l"/>
                <a:tab pos="1746631" algn="l"/>
              </a:tabLst>
            </a:pPr>
            <a:r>
              <a:rPr sz="1387" i="1" spc="10" dirty="0">
                <a:solidFill>
                  <a:prstClr val="black"/>
                </a:solidFill>
                <a:latin typeface="Times New Roman"/>
                <a:cs typeface="Times New Roman"/>
              </a:rPr>
              <a:t>j	j	i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1047750"/>
            <a:ext cx="77247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669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0895" y="375990"/>
            <a:ext cx="2446230" cy="390077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2378" b="0" i="1" spc="30" dirty="0">
                <a:latin typeface="Times New Roman"/>
                <a:cs typeface="Times New Roman"/>
              </a:rPr>
              <a:t>k</a:t>
            </a:r>
            <a:r>
              <a:rPr spc="30" dirty="0"/>
              <a:t>-means</a:t>
            </a:r>
            <a:r>
              <a:rPr spc="-99" dirty="0"/>
              <a:t> </a:t>
            </a:r>
            <a:r>
              <a:rPr spc="20" dirty="0"/>
              <a:t>algorithm</a:t>
            </a:r>
            <a:endParaRPr sz="2378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9608" y="1460079"/>
            <a:ext cx="6891975" cy="1306288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22145" indent="-247901" defTabSz="1812066"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alternate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between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updating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22145" indent="-247901" defTabSz="1812066">
              <a:spcBef>
                <a:spcPts val="155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 famous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algorithm called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-means</a:t>
            </a:r>
            <a:endParaRPr sz="1784">
              <a:solidFill>
                <a:prstClr val="black"/>
              </a:solidFill>
              <a:latin typeface="Arial"/>
              <a:cs typeface="Arial"/>
            </a:endParaRPr>
          </a:p>
          <a:p>
            <a:pPr marL="322145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23404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objective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r>
              <a:rPr sz="2081" spc="327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decreases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each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step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1577" y="3462623"/>
            <a:ext cx="7704867" cy="0"/>
          </a:xfrm>
          <a:custGeom>
            <a:avLst/>
            <a:gdLst/>
            <a:ahLst/>
            <a:cxnLst/>
            <a:rect l="l" t="t" r="r" b="b"/>
            <a:pathLst>
              <a:path w="3888104">
                <a:moveTo>
                  <a:pt x="0" y="0"/>
                </a:moveTo>
                <a:lnTo>
                  <a:pt x="388800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0910" y="3491500"/>
            <a:ext cx="4380312" cy="819404"/>
          </a:xfrm>
          <a:prstGeom prst="rect">
            <a:avLst/>
          </a:prstGeom>
        </p:spPr>
        <p:txBody>
          <a:bodyPr vert="horz" wrap="square" lIns="0" tIns="135902" rIns="0" bIns="0" rtlCol="0">
            <a:spAutoFit/>
          </a:bodyPr>
          <a:lstStyle/>
          <a:p>
            <a:pPr marL="100670" defTabSz="1812066">
              <a:spcBef>
                <a:spcPts val="1070"/>
              </a:spcBef>
            </a:pPr>
            <a:r>
              <a:rPr sz="1784" b="1" spc="-10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1784" b="1" spc="-4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784" b="1" spc="-10" dirty="0">
                <a:solidFill>
                  <a:prstClr val="black"/>
                </a:solidFill>
                <a:latin typeface="Arial"/>
                <a:cs typeface="Arial"/>
              </a:rPr>
              <a:t>en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spc="4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119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525" dirty="0">
                <a:solidFill>
                  <a:prstClr val="black"/>
                </a:solidFill>
                <a:latin typeface="Lucida Sans Unicode"/>
                <a:cs typeface="Lucida Sans Unicode"/>
              </a:rPr>
              <a:t>∈</a:t>
            </a:r>
            <a:r>
              <a:rPr sz="1982" spc="-40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2081" i="1" spc="30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2081" i="1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62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525" dirty="0">
                <a:solidFill>
                  <a:prstClr val="black"/>
                </a:solidFill>
                <a:latin typeface="Lucida Sans Unicode"/>
                <a:cs typeface="Lucida Sans Unicode"/>
              </a:rPr>
              <a:t>∈</a:t>
            </a:r>
            <a:r>
              <a:rPr sz="1982" spc="-40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b="1" spc="-1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2081" i="1" spc="30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670" defTabSz="1812066">
              <a:spcBef>
                <a:spcPts val="773"/>
              </a:spcBef>
            </a:pPr>
            <a:r>
              <a:rPr sz="1784" b="1" spc="-10" dirty="0">
                <a:solidFill>
                  <a:prstClr val="black"/>
                </a:solidFill>
                <a:latin typeface="Arial"/>
                <a:cs typeface="Arial"/>
              </a:rPr>
              <a:t>repeat</a:t>
            </a:r>
            <a:endParaRPr sz="1784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7395" y="4294401"/>
            <a:ext cx="5589585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75503" defTabSz="1812066">
              <a:spcBef>
                <a:spcPts val="188"/>
              </a:spcBef>
            </a:pPr>
            <a:r>
              <a:rPr sz="2675" i="1" spc="-44" baseline="3086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75" i="1" spc="-14" baseline="3086" dirty="0">
                <a:solidFill>
                  <a:prstClr val="black"/>
                </a:solidFill>
                <a:latin typeface="Arial"/>
                <a:cs typeface="Arial"/>
              </a:rPr>
              <a:t>pda</a:t>
            </a:r>
            <a:r>
              <a:rPr sz="2675" i="1" spc="-73" baseline="3086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75" i="1" spc="-14" baseline="3086" dirty="0">
                <a:solidFill>
                  <a:prstClr val="black"/>
                </a:solidFill>
                <a:latin typeface="Arial"/>
                <a:cs typeface="Arial"/>
              </a:rPr>
              <a:t>e pa</a:t>
            </a:r>
            <a:r>
              <a:rPr sz="2675" i="1" spc="30" baseline="3086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75" i="1" spc="-14" baseline="3086" dirty="0">
                <a:solidFill>
                  <a:prstClr val="black"/>
                </a:solidFill>
                <a:latin typeface="Arial"/>
                <a:cs typeface="Arial"/>
              </a:rPr>
              <a:t>tition:</a:t>
            </a:r>
            <a:r>
              <a:rPr sz="2675" i="1" spc="238" baseline="308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75" spc="-14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assign</a:t>
            </a:r>
            <a:r>
              <a:rPr sz="2675" spc="30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2973" i="1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i </a:t>
            </a:r>
            <a:r>
              <a:rPr sz="2675" spc="-44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2675" spc="-14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o</a:t>
            </a:r>
            <a:r>
              <a:rPr sz="2675" spc="30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2973" i="1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2081" i="1" spc="149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675" spc="-14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2675" spc="30" baseline="3086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2973" i="1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973" i="1" spc="73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973" spc="-30" baseline="2777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2973" spc="103" baseline="2777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2973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a</a:t>
            </a:r>
            <a:r>
              <a:rPr sz="2973" spc="-73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2973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gmi</a:t>
            </a:r>
            <a:r>
              <a:rPr sz="2973" spc="-30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2081" i="1" spc="-30" baseline="-15873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090" cap="small" spc="99" dirty="0">
                <a:solidFill>
                  <a:prstClr val="black"/>
                </a:solidFill>
                <a:latin typeface="Lucida Sans Unicode"/>
                <a:cs typeface="Lucida Sans Unicode"/>
              </a:rPr>
              <a:t>j</a:t>
            </a:r>
            <a:r>
              <a:rPr sz="1090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090" spc="-99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2973" spc="-14" baseline="2777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2973" i="1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spc="14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2081" i="1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238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973" spc="624" baseline="2777" dirty="0">
                <a:solidFill>
                  <a:prstClr val="black"/>
                </a:solidFill>
                <a:latin typeface="Lucida Sans Unicode"/>
                <a:cs typeface="Lucida Sans Unicode"/>
              </a:rPr>
              <a:t>−</a:t>
            </a:r>
            <a:r>
              <a:rPr sz="2973" spc="-281" baseline="2777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2973" i="1" spc="-14" baseline="2777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-30" baseline="-7936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635" cap="small" spc="149" baseline="10101" dirty="0">
                <a:solidFill>
                  <a:prstClr val="black"/>
                </a:solidFill>
                <a:latin typeface="Lucida Sans Unicode"/>
                <a:cs typeface="Lucida Sans Unicode"/>
              </a:rPr>
              <a:t>j</a:t>
            </a:r>
            <a:r>
              <a:rPr sz="1635" spc="-133" baseline="10101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2973" spc="-119" baseline="2777" dirty="0">
                <a:solidFill>
                  <a:prstClr val="black"/>
                </a:solidFill>
                <a:latin typeface="Lucida Sans Unicode"/>
                <a:cs typeface="Lucida Sans Unicode"/>
              </a:rPr>
              <a:t>ǁ</a:t>
            </a:r>
            <a:r>
              <a:rPr sz="2081" spc="-73" baseline="31746" dirty="0">
                <a:solidFill>
                  <a:prstClr val="black"/>
                </a:solidFill>
                <a:latin typeface="Times New Roman"/>
                <a:cs typeface="Times New Roman"/>
              </a:rPr>
              <a:t>2</a:t>
            </a:r>
            <a:endParaRPr sz="2081" baseline="31746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7274" y="4712750"/>
            <a:ext cx="101926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1387" i="1" spc="1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67729" y="4607430"/>
            <a:ext cx="2282644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Update</a:t>
            </a:r>
            <a:r>
              <a:rPr sz="1784" i="1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centroids:</a:t>
            </a:r>
            <a:r>
              <a:rPr sz="1784" i="1" spc="1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1982" i="1" spc="49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endParaRPr sz="1982">
              <a:solidFill>
                <a:prstClr val="black"/>
              </a:solidFill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07518" y="4576345"/>
            <a:ext cx="142193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1387" spc="2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024718" y="4818895"/>
            <a:ext cx="308295" cy="0"/>
          </a:xfrm>
          <a:custGeom>
            <a:avLst/>
            <a:gdLst/>
            <a:ahLst/>
            <a:cxnLst/>
            <a:rect l="l" t="t" r="r" b="b"/>
            <a:pathLst>
              <a:path w="155575">
                <a:moveTo>
                  <a:pt x="0" y="0"/>
                </a:moveTo>
                <a:lnTo>
                  <a:pt x="155168" y="0"/>
                </a:lnTo>
              </a:path>
            </a:pathLst>
          </a:custGeom>
          <a:ln w="7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78893" y="4437073"/>
            <a:ext cx="252928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982" spc="959" dirty="0">
                <a:solidFill>
                  <a:prstClr val="black"/>
                </a:solidFill>
                <a:latin typeface="Lucida Sans Unicode"/>
                <a:cs typeface="Lucida Sans Unicode"/>
              </a:rPr>
              <a:t>.</a:t>
            </a:r>
            <a:endParaRPr sz="1982">
              <a:solidFill>
                <a:prstClr val="black"/>
              </a:solidFill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7514" y="4761623"/>
            <a:ext cx="1053238" cy="245223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75503" defTabSz="1812066">
              <a:spcBef>
                <a:spcPts val="248"/>
              </a:spcBef>
              <a:tabLst>
                <a:tab pos="937493" algn="l"/>
              </a:tabLst>
            </a:pPr>
            <a:r>
              <a:rPr sz="1387" spc="-50" dirty="0">
                <a:solidFill>
                  <a:prstClr val="black"/>
                </a:solidFill>
                <a:latin typeface="Lucida Sans Unicode"/>
                <a:cs typeface="Lucida Sans Unicode"/>
              </a:rPr>
              <a:t>|</a:t>
            </a:r>
            <a:r>
              <a:rPr sz="1387" i="1" spc="-5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1635" i="1" spc="-73" baseline="-10101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635" i="1" spc="-44" baseline="-10101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387" spc="-238" dirty="0">
                <a:solidFill>
                  <a:prstClr val="black"/>
                </a:solidFill>
                <a:latin typeface="Lucida Sans Unicode"/>
                <a:cs typeface="Lucida Sans Unicode"/>
              </a:rPr>
              <a:t>|	</a:t>
            </a:r>
            <a:r>
              <a:rPr sz="1635" i="1" spc="-14" baseline="505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endParaRPr sz="1635" baseline="505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6120" y="4607429"/>
            <a:ext cx="162327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81487" y="4725785"/>
            <a:ext cx="617849" cy="245286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1387" i="1" spc="119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r>
              <a:rPr sz="1387" spc="-317" dirty="0">
                <a:solidFill>
                  <a:prstClr val="black"/>
                </a:solidFill>
                <a:latin typeface="Lucida Sans Unicode"/>
                <a:cs typeface="Lucida Sans Unicode"/>
              </a:rPr>
              <a:t>∈</a:t>
            </a:r>
            <a:r>
              <a:rPr sz="1387" i="1" spc="30" dirty="0">
                <a:solidFill>
                  <a:prstClr val="black"/>
                </a:solidFill>
                <a:latin typeface="Times New Roman"/>
                <a:cs typeface="Times New Roman"/>
              </a:rPr>
              <a:t>G</a:t>
            </a:r>
            <a:r>
              <a:rPr sz="1387" i="1" dirty="0">
                <a:solidFill>
                  <a:prstClr val="black"/>
                </a:solidFill>
                <a:latin typeface="Times New Roman"/>
                <a:cs typeface="Times New Roman"/>
              </a:rPr>
              <a:t>    </a:t>
            </a:r>
            <a:r>
              <a:rPr sz="1387" i="1" spc="-3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14" baseline="3968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2081" baseline="3968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66076" y="5035694"/>
            <a:ext cx="3067854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75503" defTabSz="1812066">
              <a:spcBef>
                <a:spcPts val="188"/>
              </a:spcBef>
            </a:pPr>
            <a:r>
              <a:rPr sz="1784" b="1" spc="-10" dirty="0">
                <a:solidFill>
                  <a:prstClr val="black"/>
                </a:solidFill>
                <a:latin typeface="Arial"/>
                <a:cs typeface="Arial"/>
              </a:rPr>
              <a:t>until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spc="162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1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5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1982" i="1" spc="-188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30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2081" i="1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081" i="1" spc="-119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s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op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changing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41577" y="5632519"/>
            <a:ext cx="7704867" cy="0"/>
          </a:xfrm>
          <a:custGeom>
            <a:avLst/>
            <a:gdLst/>
            <a:ahLst/>
            <a:cxnLst/>
            <a:rect l="l" t="t" r="r" b="b"/>
            <a:pathLst>
              <a:path w="3888104">
                <a:moveTo>
                  <a:pt x="0" y="0"/>
                </a:moveTo>
                <a:lnTo>
                  <a:pt x="388800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49" y="1247774"/>
            <a:ext cx="8068047" cy="459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0326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3481" y="375990"/>
            <a:ext cx="4561514" cy="390077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pc="20" dirty="0"/>
              <a:t>Convergence</a:t>
            </a:r>
            <a:r>
              <a:rPr spc="-20" dirty="0"/>
              <a:t> </a:t>
            </a:r>
            <a:r>
              <a:rPr spc="20" dirty="0"/>
              <a:t>of</a:t>
            </a:r>
            <a:r>
              <a:rPr spc="-20" dirty="0"/>
              <a:t> </a:t>
            </a:r>
            <a:r>
              <a:rPr sz="2378" b="0" i="1" spc="30" dirty="0">
                <a:latin typeface="Times New Roman"/>
                <a:cs typeface="Times New Roman"/>
              </a:rPr>
              <a:t>k</a:t>
            </a:r>
            <a:r>
              <a:rPr spc="30" dirty="0"/>
              <a:t>-means</a:t>
            </a:r>
            <a:r>
              <a:rPr spc="-10" dirty="0"/>
              <a:t> </a:t>
            </a:r>
            <a:r>
              <a:rPr spc="20" dirty="0"/>
              <a:t>algorithm</a:t>
            </a:r>
            <a:endParaRPr sz="2378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4440" y="1530614"/>
            <a:ext cx="7518633" cy="4132960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347313" indent="-247901" defTabSz="1812066">
              <a:spcBef>
                <a:spcPts val="188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48571" algn="l"/>
              </a:tabLst>
            </a:pP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r>
              <a:rPr sz="2081" spc="355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goes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down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each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step,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until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10" dirty="0">
                <a:solidFill>
                  <a:prstClr val="black"/>
                </a:solidFill>
                <a:latin typeface="Times New Roman"/>
                <a:cs typeface="Times New Roman"/>
              </a:rPr>
              <a:t>z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’s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stop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changing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47313" marR="313336" indent="-247901" defTabSz="1812066">
              <a:spcBef>
                <a:spcPts val="151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48571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but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(in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general)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-means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algorithm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does 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not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find 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z="1784" i="1" dirty="0">
                <a:solidFill>
                  <a:prstClr val="black"/>
                </a:solidFill>
                <a:latin typeface="Arial"/>
                <a:cs typeface="Arial"/>
              </a:rPr>
              <a:t> partition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that </a:t>
            </a:r>
            <a:r>
              <a:rPr sz="1784" i="1" spc="-466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minimizes</a:t>
            </a:r>
            <a:r>
              <a:rPr sz="1784" i="1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>
              <a:spcBef>
                <a:spcPts val="89"/>
              </a:spcBef>
              <a:buClr>
                <a:srgbClr val="214796"/>
              </a:buClr>
              <a:buFont typeface="Lucida Sans Unicode"/>
              <a:buChar char="►"/>
            </a:pPr>
            <a:endParaRPr sz="3369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313" marR="85570" indent="-247901" defTabSz="1812066"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48571" algn="l"/>
              </a:tabLst>
            </a:pPr>
            <a:r>
              <a:rPr sz="1982" i="1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-means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-10" dirty="0">
                <a:solidFill>
                  <a:prstClr val="black"/>
                </a:solidFill>
                <a:latin typeface="Arial"/>
                <a:cs typeface="Arial"/>
              </a:rPr>
              <a:t>heuristic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:</a:t>
            </a:r>
            <a:r>
              <a:rPr sz="1784" spc="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not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guaranteed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find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smallest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possible </a:t>
            </a:r>
            <a:r>
              <a:rPr sz="1784" spc="-436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value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313" marR="716018" indent="-247901" defTabSz="1812066">
              <a:lnSpc>
                <a:spcPct val="108000"/>
              </a:lnSpc>
              <a:spcBef>
                <a:spcPts val="131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48571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final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(and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its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value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4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59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r>
              <a:rPr sz="1784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)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can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depend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on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initial </a:t>
            </a:r>
            <a:r>
              <a:rPr sz="1784" spc="-446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47313" indent="-247901" defTabSz="1812066">
              <a:spcBef>
                <a:spcPts val="1546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48571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common</a:t>
            </a:r>
            <a:r>
              <a:rPr sz="1784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approach: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848148" lvl="1" indent="-239092" defTabSz="1812066">
              <a:spcBef>
                <a:spcPts val="426"/>
              </a:spcBef>
              <a:buClr>
                <a:srgbClr val="214796"/>
              </a:buClr>
              <a:buFontTx/>
              <a:buChar char="–"/>
              <a:tabLst>
                <a:tab pos="849406" algn="l"/>
              </a:tabLst>
            </a:pP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run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10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585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-means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10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times,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with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different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(often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random)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initial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representatives</a:t>
            </a:r>
            <a:endParaRPr sz="1585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848148" lvl="1" indent="-239092" defTabSz="1812066">
              <a:spcBef>
                <a:spcPts val="40"/>
              </a:spcBef>
              <a:buClr>
                <a:srgbClr val="214796"/>
              </a:buClr>
              <a:buFontTx/>
              <a:buChar char="–"/>
              <a:tabLst>
                <a:tab pos="849406" algn="l"/>
              </a:tabLst>
            </a:pP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take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as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final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partition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one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with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smallest</a:t>
            </a:r>
            <a:r>
              <a:rPr sz="1585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value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585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585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i="1" spc="30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2081" spc="44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039211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4667" y="406078"/>
            <a:ext cx="639241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30" dirty="0">
                <a:solidFill>
                  <a:srgbClr val="214796"/>
                </a:solidFill>
                <a:latin typeface="Arial"/>
                <a:cs typeface="Arial"/>
              </a:rPr>
              <a:t>Da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ta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98844" y="2437946"/>
            <a:ext cx="1507502" cy="1779305"/>
            <a:chOff x="1448615" y="1230260"/>
            <a:chExt cx="760730" cy="897890"/>
          </a:xfrm>
        </p:grpSpPr>
        <p:sp>
          <p:nvSpPr>
            <p:cNvPr id="4" name="object 4"/>
            <p:cNvSpPr/>
            <p:nvPr/>
          </p:nvSpPr>
          <p:spPr>
            <a:xfrm>
              <a:off x="1884350" y="18001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884350" y="18001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855543" y="17809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855543" y="17809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26053" y="1912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026053" y="1912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918938" y="1881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918938" y="1881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867425" y="1949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867425" y="1949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962923" y="19046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962923" y="19046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973308" y="18860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973308" y="18860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1821320" y="18370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821320" y="18370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922031" y="19803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922031" y="19803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94191" y="19073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794191" y="19073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82039" y="16917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882039" y="16917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921090" y="16584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921090" y="16584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890835" y="17044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890835" y="17044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726717" y="18656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1726717" y="18656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1924252" y="1900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924252" y="1900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815623" y="19210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815623" y="19210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797114" y="1640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1797114" y="1640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1787890" y="15670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1787890" y="15670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784478" y="14884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784478" y="14884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1751093" y="15168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751093" y="15168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757538" y="15527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1757538" y="15527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1740934" y="16335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1740934" y="16335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1769948" y="16032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1769948" y="16032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1683432" y="12489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1683432" y="12489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1674641" y="12327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1674641" y="12327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1694357" y="1361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1694357" y="1361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1654386" y="12931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1654386" y="12931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1533526" y="14331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1533526" y="14331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1577331" y="1477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1577331" y="1477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1650784" y="14351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1650784" y="14351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1643028" y="16127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1643028" y="16127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1710370" y="15518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1710370" y="15518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1741517" y="17266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1741517" y="17266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1729861" y="16613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1729861" y="16613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1793446" y="1633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1793446" y="1633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1770552" y="15365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1770552" y="15365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1814986" y="1697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1814986" y="1697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1879090" y="17359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1879090" y="17359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2059878" y="17730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2059878" y="17730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2084797" y="1711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2084797" y="1711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1897730" y="184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1897730" y="184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1890386" y="1667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1890386" y="1667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1828294" y="204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1828294" y="204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1909128" y="13191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1909128" y="13191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1727924" y="18458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1727924" y="18458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1724838" y="14184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1724838" y="14184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1763779" y="16204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1763779" y="16204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1820470" y="16729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1820470" y="16729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1912985" y="1395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1912985" y="1395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2176447" y="17367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2176447" y="17367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2136868" y="16743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2136868" y="16743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1952330" y="18570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1952330" y="18570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1766568" y="13912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1766568" y="13912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1479654" y="1642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1479654" y="1642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1534375" y="16928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1534375" y="16928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1451146" y="17095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1451146" y="17095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1559794" y="17259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1559794" y="17259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2129570" y="20688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2129570" y="20688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2080467" y="20952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2080467" y="20952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2008561" y="18490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2008561" y="18490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2122924" y="18543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2122924" y="18543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2071928" y="1834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2071928" y="1834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1888934" y="18039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1888934" y="18039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2026886" y="16523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2026886" y="16523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1821398" y="15772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1821398" y="15772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1835663" y="15804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1835663" y="15804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1872456" y="16420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1872456" y="16420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1586138" y="18531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1586138" y="18531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1964175" y="18033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1964175" y="18033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1775557" y="17268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1775557" y="17268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1774142" y="18568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1774142" y="18568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1663201" y="16537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1663201" y="16537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1836760" y="20100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1836760" y="20100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1683507" y="13748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1683507" y="13748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1949170" y="1459026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1949179" y="1459015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2160131" y="17613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2160131" y="17613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1516991" y="15675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1516991" y="15675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1727682" y="158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1727682" y="158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1809382" y="16431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1809382" y="16431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1805653" y="16033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1805653" y="16033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1777699" y="17081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1777699" y="17081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1828811" y="14460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1828811" y="14460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1870996" y="19208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1870996" y="19208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2162833" y="13349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2162833" y="13349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1929483" y="1823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1929483" y="1823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2107900" y="1946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2107900" y="1946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2081867" y="15127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2081867" y="15127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2004882" y="1846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2004882" y="1846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1902599" y="20131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1902599" y="20131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1902227" y="18299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1902227" y="18299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1969939" y="16402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1969939" y="16402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2058073" y="1824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2058073" y="1824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1885635" y="1503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1885635" y="1503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2061853" y="14120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2061853" y="14120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1505340" y="18191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1505340" y="18191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1664699" y="16203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1664699" y="16203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6" name="object 196"/>
          <p:cNvGrpSpPr/>
          <p:nvPr/>
        </p:nvGrpSpPr>
        <p:grpSpPr>
          <a:xfrm>
            <a:off x="4882268" y="3854145"/>
            <a:ext cx="70468" cy="70468"/>
            <a:chOff x="1692565" y="1944916"/>
            <a:chExt cx="35560" cy="35560"/>
          </a:xfrm>
        </p:grpSpPr>
        <p:sp>
          <p:nvSpPr>
            <p:cNvPr id="197" name="object 197"/>
            <p:cNvSpPr/>
            <p:nvPr/>
          </p:nvSpPr>
          <p:spPr>
            <a:xfrm>
              <a:off x="1695096" y="19474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1695096" y="19474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9" name="object 199"/>
          <p:cNvGrpSpPr/>
          <p:nvPr/>
        </p:nvGrpSpPr>
        <p:grpSpPr>
          <a:xfrm>
            <a:off x="5098585" y="4487634"/>
            <a:ext cx="70468" cy="70468"/>
            <a:chOff x="1801725" y="2264593"/>
            <a:chExt cx="35560" cy="35560"/>
          </a:xfrm>
        </p:grpSpPr>
        <p:sp>
          <p:nvSpPr>
            <p:cNvPr id="200" name="object 200"/>
            <p:cNvSpPr/>
            <p:nvPr/>
          </p:nvSpPr>
          <p:spPr>
            <a:xfrm>
              <a:off x="1804255" y="2267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1804255" y="2267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2" name="object 202"/>
          <p:cNvGrpSpPr/>
          <p:nvPr/>
        </p:nvGrpSpPr>
        <p:grpSpPr>
          <a:xfrm>
            <a:off x="5678293" y="4373144"/>
            <a:ext cx="70468" cy="70468"/>
            <a:chOff x="2094263" y="2206818"/>
            <a:chExt cx="35560" cy="35560"/>
          </a:xfrm>
        </p:grpSpPr>
        <p:sp>
          <p:nvSpPr>
            <p:cNvPr id="203" name="object 203"/>
            <p:cNvSpPr/>
            <p:nvPr/>
          </p:nvSpPr>
          <p:spPr>
            <a:xfrm>
              <a:off x="2096793" y="22093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2096793" y="22093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6324276" y="3535630"/>
            <a:ext cx="1049463" cy="1433259"/>
            <a:chOff x="2420245" y="1784183"/>
            <a:chExt cx="529590" cy="723265"/>
          </a:xfrm>
        </p:grpSpPr>
        <p:sp>
          <p:nvSpPr>
            <p:cNvPr id="206" name="object 206"/>
            <p:cNvSpPr/>
            <p:nvPr/>
          </p:nvSpPr>
          <p:spPr>
            <a:xfrm>
              <a:off x="2540486" y="21027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2540486" y="21027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2511633" y="20573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2511633" y="20573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2467608" y="2011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2467608" y="2011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2424698" y="22240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2424698" y="22240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2488373" y="21592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2488373" y="21592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2544660" y="21824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2544660" y="21824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2642933" y="20872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2642933" y="20872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2645818" y="21003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2645818" y="21003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2665108" y="21225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2665108" y="21225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2584203" y="2120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2584203" y="2120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2629242" y="2077415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2916508" y="2077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2845479" y="21124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2845479" y="21124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2838597" y="21662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2838597" y="21662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2707502" y="18507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2707502" y="18507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2755449" y="19012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2755449" y="19012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2798941" y="19338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2798941" y="19338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2867007" y="17867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2867007" y="17867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2850659" y="18829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2850659" y="18829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2816834" y="20223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2816834" y="20223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2757936" y="19932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2757936" y="19932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2880054" y="20784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2880054" y="20784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2755536" y="21808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2755536" y="21808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2746980" y="21384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2746980" y="21384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2747731" y="21467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2629248" y="2146775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2635114" y="2207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2635114" y="2207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2647723" y="19418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2647723" y="19418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2713737" y="20145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2713737" y="20145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2682051" y="23078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2682051" y="23078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2745882" y="22739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2745882" y="22739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2724813" y="20983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2724813" y="20983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2698599" y="2204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2698599" y="2204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2676796" y="18842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2676796" y="18842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2659867" y="21449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2659867" y="21449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2604947" y="21090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2604947" y="21090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2791344" y="22573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2791344" y="22573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2756616" y="21379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2756616" y="21379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2885742" y="19570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2885742" y="19570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2647957" y="2022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2647957" y="2022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2824010" y="22476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2824010" y="22476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2561030" y="22766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2561030" y="22766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2662461" y="20718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2662461" y="20718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2679743" y="19751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2679743" y="19751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2700226" y="19566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2700226" y="19566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2522172" y="22765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2522172" y="22765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2551229" y="23162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2551229" y="23162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2860959" y="19239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2860959" y="19239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2597306" y="21820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2597306" y="21820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2765654" y="21250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2765654" y="21250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2571660" y="2167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2571660" y="2167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2422776" y="22093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2422776" y="22093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2518818" y="22655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2518818" y="22655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2683409" y="18877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2683409" y="18877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2796702" y="19505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2796702" y="19505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2754907" y="19166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2754907" y="19166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2693219" y="20202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2693219" y="20202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2518150" y="22163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2518150" y="22163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2691414" y="22654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2691414" y="22654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2647540" y="2084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2647540" y="2084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2693093" y="19873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2693093" y="19873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2783248" y="21226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2783248" y="21226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2670314" y="18391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2670314" y="18391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2604344" y="21688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2604344" y="21688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2709176" y="2327427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2709177" y="24084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2832506" y="24063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2832506" y="24063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2786784" y="24605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2786784" y="24605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2786580" y="24180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2786580" y="24180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2874531" y="24564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2874531" y="24564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2823021" y="2474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2823021" y="2474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2710201" y="24669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2710201" y="24669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2837331" y="2444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2837331" y="2444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2832814" y="2421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2726158" y="2327414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2759072" y="2077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2759072" y="2077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2645896" y="1956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2645896" y="1956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2738767" y="18152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2738767" y="18152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2425778" y="20557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2425778" y="20557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2718366" y="18704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2718366" y="18704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2629738" y="22627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2629738" y="22627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2808495" y="2378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2808495" y="2378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2710587" y="23040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2710587" y="23040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2674931" y="21735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2674931" y="21735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2839777" y="23848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2839777" y="23848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2549784" y="20612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2549784" y="20612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2822487" y="20042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2822487" y="20042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2798707" y="19739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2798707" y="19739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2646777" y="21975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2646777" y="21975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2733699" y="22858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2733699" y="22858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2552591" y="2184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2552591" y="2184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2509598" y="21137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2509598" y="21137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2581695" y="20396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2581695" y="20396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object 384"/>
            <p:cNvSpPr/>
            <p:nvPr/>
          </p:nvSpPr>
          <p:spPr>
            <a:xfrm>
              <a:off x="2819689" y="1963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object 385"/>
            <p:cNvSpPr/>
            <p:nvPr/>
          </p:nvSpPr>
          <p:spPr>
            <a:xfrm>
              <a:off x="2819689" y="1963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2507663" y="1817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7" name="object 387"/>
            <p:cNvSpPr/>
            <p:nvPr/>
          </p:nvSpPr>
          <p:spPr>
            <a:xfrm>
              <a:off x="2507663" y="1817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88" name="object 388"/>
          <p:cNvGrpSpPr/>
          <p:nvPr/>
        </p:nvGrpSpPr>
        <p:grpSpPr>
          <a:xfrm>
            <a:off x="6159248" y="1924215"/>
            <a:ext cx="1331333" cy="1565386"/>
            <a:chOff x="2336967" y="971016"/>
            <a:chExt cx="671830" cy="789940"/>
          </a:xfrm>
        </p:grpSpPr>
        <p:sp>
          <p:nvSpPr>
            <p:cNvPr id="389" name="object 389"/>
            <p:cNvSpPr/>
            <p:nvPr/>
          </p:nvSpPr>
          <p:spPr>
            <a:xfrm>
              <a:off x="2359924" y="16677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object 390"/>
            <p:cNvSpPr/>
            <p:nvPr/>
          </p:nvSpPr>
          <p:spPr>
            <a:xfrm>
              <a:off x="2359924" y="16677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2546413" y="15486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object 392"/>
            <p:cNvSpPr/>
            <p:nvPr/>
          </p:nvSpPr>
          <p:spPr>
            <a:xfrm>
              <a:off x="2546413" y="15486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object 393"/>
            <p:cNvSpPr/>
            <p:nvPr/>
          </p:nvSpPr>
          <p:spPr>
            <a:xfrm>
              <a:off x="2631916" y="14805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2631916" y="14805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5" name="object 395"/>
            <p:cNvSpPr/>
            <p:nvPr/>
          </p:nvSpPr>
          <p:spPr>
            <a:xfrm>
              <a:off x="2651263" y="1405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6" name="object 396"/>
            <p:cNvSpPr/>
            <p:nvPr/>
          </p:nvSpPr>
          <p:spPr>
            <a:xfrm>
              <a:off x="2651263" y="1405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2621699" y="1469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object 398"/>
            <p:cNvSpPr/>
            <p:nvPr/>
          </p:nvSpPr>
          <p:spPr>
            <a:xfrm>
              <a:off x="2621699" y="1469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object 399"/>
            <p:cNvSpPr/>
            <p:nvPr/>
          </p:nvSpPr>
          <p:spPr>
            <a:xfrm>
              <a:off x="2743479" y="11954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2743479" y="11954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object 401"/>
            <p:cNvSpPr/>
            <p:nvPr/>
          </p:nvSpPr>
          <p:spPr>
            <a:xfrm>
              <a:off x="2726141" y="11918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object 402"/>
            <p:cNvSpPr/>
            <p:nvPr/>
          </p:nvSpPr>
          <p:spPr>
            <a:xfrm>
              <a:off x="2726141" y="11918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2658886" y="12250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2658886" y="12250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2788584" y="1211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2788584" y="1211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2745887" y="12543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2745887" y="12543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2646265" y="11998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2646265" y="11998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2644690" y="11704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2644690" y="11704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2705545" y="12754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2705545" y="12754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2590963" y="11852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2590963" y="11852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2649102" y="13216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2649102" y="13216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2583526" y="13573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2583526" y="13573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2742850" y="10573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2742850" y="10573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2740580" y="1069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2740580" y="1069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2678476" y="11277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2678476" y="11277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2477314" y="1208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2477314" y="1208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2734250" y="13579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2734250" y="13579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2718774" y="12469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2718774" y="12469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2768010" y="13973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2768010" y="13973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2487970" y="14273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2487970" y="14273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2480056" y="1371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2480056" y="1371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2521703" y="12858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2521703" y="12858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2748712" y="13981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2748712" y="13981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2584706" y="1440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2584706" y="1440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2412376" y="12137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2412376" y="12137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2803497" y="1530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2803497" y="1530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2600460" y="12063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2600460" y="12063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2741340" y="15889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2741340" y="15889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2395446" y="13133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2395446" y="13133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2456566" y="12362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2456566" y="12362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2589193" y="12970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2589193" y="12970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2485050" y="11266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2485050" y="11266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2554118" y="11109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2554118" y="11109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2646851" y="11070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2646851" y="11070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2644850" y="12925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2644850" y="12925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2975611" y="9812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2975611" y="9812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2900789" y="9801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2900789" y="9801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2932384" y="10581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2932384" y="10581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2830041" y="11226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2830041" y="11226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2481609" y="13671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2481609" y="13671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2763472" y="9735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2763472" y="9735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2610301" y="14748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2610301" y="14748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2911592" y="11645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2911592" y="11645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2494244" y="1283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2494244" y="1283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2887322" y="13290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2887322" y="13290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2831443" y="14201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2831443" y="14201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2513807" y="13562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2513807" y="13562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2593549" y="1254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2593549" y="1254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2782241" y="12772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2782241" y="12772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2715680" y="12963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2715680" y="12963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2411126" y="15900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2411126" y="15900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2847847" y="10086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2847847" y="10086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2615711" y="12318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2615711" y="12318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2404349" y="14930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2404349" y="14930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2798039" y="10208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2798039" y="10208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2731391" y="1112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2731391" y="1112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2837903" y="12925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2837903" y="12925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2604396" y="12178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2604396" y="12178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2699479" y="11797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2699479" y="11797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2603997" y="13381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2603997" y="13381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2713515" y="13109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2713515" y="13109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2970153" y="11271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2970153" y="11271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2873516" y="13077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2873516" y="13077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2505689" y="10221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2505689" y="10221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2746342" y="10647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2746342" y="10647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2585071" y="15224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2585071" y="15224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2705016" y="1414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2705016" y="1414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2432173" y="15109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2432173" y="15109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2637119" y="15090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2637119" y="15090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2669703" y="12373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2669703" y="12373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2583396" y="15737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2583396" y="15737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2854273" y="12192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2854273" y="12192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2774067" y="1416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2774067" y="1416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2592043" y="14176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2592043" y="14176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2684450" y="17077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2684450" y="17077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2723902" y="17014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2723902" y="17014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2597233" y="11267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2597233" y="11267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2580698" y="14253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2580698" y="14253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2628485" y="13126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2628485" y="13126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2693652" y="15454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2693652" y="15454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2601281" y="14018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2601281" y="14018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2530980" y="13580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2530980" y="13580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2535236" y="134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2535236" y="134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2640060" y="14538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2640060" y="14538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2596612" y="12033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2596612" y="12033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2623235" y="11814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2623235" y="11814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2472702" y="14369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2472702" y="14369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2668900" y="14585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2668900" y="14585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2731434" y="10843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2731434" y="10843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2742156" y="13797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2742156" y="13797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2339498" y="17274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2339498" y="17274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2675026" y="13351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2675026" y="13351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1" name="object 581"/>
          <p:cNvGrpSpPr/>
          <p:nvPr/>
        </p:nvGrpSpPr>
        <p:grpSpPr>
          <a:xfrm>
            <a:off x="6518107" y="4817123"/>
            <a:ext cx="186236" cy="161069"/>
            <a:chOff x="2518058" y="2430863"/>
            <a:chExt cx="93980" cy="81280"/>
          </a:xfrm>
        </p:grpSpPr>
        <p:sp>
          <p:nvSpPr>
            <p:cNvPr id="582" name="object 582"/>
            <p:cNvSpPr/>
            <p:nvPr/>
          </p:nvSpPr>
          <p:spPr>
            <a:xfrm>
              <a:off x="2578667" y="24788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3" name="object 583"/>
            <p:cNvSpPr/>
            <p:nvPr/>
          </p:nvSpPr>
          <p:spPr>
            <a:xfrm>
              <a:off x="2578667" y="24788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2520588" y="243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2520588" y="243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6" name="object 586"/>
            <p:cNvSpPr/>
            <p:nvPr/>
          </p:nvSpPr>
          <p:spPr>
            <a:xfrm>
              <a:off x="2525812" y="24333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7" name="object 587"/>
            <p:cNvSpPr/>
            <p:nvPr/>
          </p:nvSpPr>
          <p:spPr>
            <a:xfrm>
              <a:off x="2525812" y="24333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8" name="object 588"/>
          <p:cNvGrpSpPr/>
          <p:nvPr/>
        </p:nvGrpSpPr>
        <p:grpSpPr>
          <a:xfrm>
            <a:off x="7468733" y="4509402"/>
            <a:ext cx="70468" cy="70468"/>
            <a:chOff x="2997772" y="2275578"/>
            <a:chExt cx="35560" cy="35560"/>
          </a:xfrm>
        </p:grpSpPr>
        <p:sp>
          <p:nvSpPr>
            <p:cNvPr id="589" name="object 589"/>
            <p:cNvSpPr/>
            <p:nvPr/>
          </p:nvSpPr>
          <p:spPr>
            <a:xfrm>
              <a:off x="3000303" y="22781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0" name="object 590"/>
            <p:cNvSpPr/>
            <p:nvPr/>
          </p:nvSpPr>
          <p:spPr>
            <a:xfrm>
              <a:off x="3000303" y="22781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1" name="object 591"/>
          <p:cNvGrpSpPr/>
          <p:nvPr/>
        </p:nvGrpSpPr>
        <p:grpSpPr>
          <a:xfrm>
            <a:off x="6588008" y="5107542"/>
            <a:ext cx="70468" cy="70468"/>
            <a:chOff x="2553332" y="2577417"/>
            <a:chExt cx="35560" cy="35560"/>
          </a:xfrm>
        </p:grpSpPr>
        <p:sp>
          <p:nvSpPr>
            <p:cNvPr id="592" name="object 592"/>
            <p:cNvSpPr/>
            <p:nvPr/>
          </p:nvSpPr>
          <p:spPr>
            <a:xfrm>
              <a:off x="2555862" y="25799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3" name="object 593"/>
            <p:cNvSpPr/>
            <p:nvPr/>
          </p:nvSpPr>
          <p:spPr>
            <a:xfrm>
              <a:off x="2555862" y="25799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4" name="object 594"/>
          <p:cNvGrpSpPr/>
          <p:nvPr/>
        </p:nvGrpSpPr>
        <p:grpSpPr>
          <a:xfrm>
            <a:off x="6776380" y="1964520"/>
            <a:ext cx="70468" cy="70468"/>
            <a:chOff x="2648390" y="991355"/>
            <a:chExt cx="35560" cy="35560"/>
          </a:xfrm>
        </p:grpSpPr>
        <p:sp>
          <p:nvSpPr>
            <p:cNvPr id="595" name="object 595"/>
            <p:cNvSpPr/>
            <p:nvPr/>
          </p:nvSpPr>
          <p:spPr>
            <a:xfrm>
              <a:off x="2650920" y="9938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6" name="object 596"/>
            <p:cNvSpPr/>
            <p:nvPr/>
          </p:nvSpPr>
          <p:spPr>
            <a:xfrm>
              <a:off x="2650920" y="9938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7" name="object 597"/>
          <p:cNvGrpSpPr/>
          <p:nvPr/>
        </p:nvGrpSpPr>
        <p:grpSpPr>
          <a:xfrm>
            <a:off x="7622380" y="2357875"/>
            <a:ext cx="167360" cy="74243"/>
            <a:chOff x="3075306" y="1189853"/>
            <a:chExt cx="84455" cy="37465"/>
          </a:xfrm>
        </p:grpSpPr>
        <p:sp>
          <p:nvSpPr>
            <p:cNvPr id="598" name="object 598"/>
            <p:cNvSpPr/>
            <p:nvPr/>
          </p:nvSpPr>
          <p:spPr>
            <a:xfrm>
              <a:off x="3126508" y="1194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9" name="object 599"/>
            <p:cNvSpPr/>
            <p:nvPr/>
          </p:nvSpPr>
          <p:spPr>
            <a:xfrm>
              <a:off x="3126508" y="1194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0" name="object 600"/>
            <p:cNvSpPr/>
            <p:nvPr/>
          </p:nvSpPr>
          <p:spPr>
            <a:xfrm>
              <a:off x="3077836" y="11923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1" name="object 601"/>
            <p:cNvSpPr/>
            <p:nvPr/>
          </p:nvSpPr>
          <p:spPr>
            <a:xfrm>
              <a:off x="3077836" y="11923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2" name="object 602"/>
          <p:cNvGrpSpPr/>
          <p:nvPr/>
        </p:nvGrpSpPr>
        <p:grpSpPr>
          <a:xfrm>
            <a:off x="6537135" y="1821813"/>
            <a:ext cx="70468" cy="70468"/>
            <a:chOff x="2527660" y="919341"/>
            <a:chExt cx="35560" cy="35560"/>
          </a:xfrm>
        </p:grpSpPr>
        <p:sp>
          <p:nvSpPr>
            <p:cNvPr id="603" name="object 603"/>
            <p:cNvSpPr/>
            <p:nvPr/>
          </p:nvSpPr>
          <p:spPr>
            <a:xfrm>
              <a:off x="2530190" y="921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4" name="object 604"/>
            <p:cNvSpPr/>
            <p:nvPr/>
          </p:nvSpPr>
          <p:spPr>
            <a:xfrm>
              <a:off x="2530190" y="921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5" name="object 605"/>
          <p:cNvGrpSpPr/>
          <p:nvPr/>
        </p:nvGrpSpPr>
        <p:grpSpPr>
          <a:xfrm>
            <a:off x="6247832" y="2766922"/>
            <a:ext cx="70468" cy="70468"/>
            <a:chOff x="2381669" y="1396271"/>
            <a:chExt cx="35560" cy="35560"/>
          </a:xfrm>
        </p:grpSpPr>
        <p:sp>
          <p:nvSpPr>
            <p:cNvPr id="606" name="object 606"/>
            <p:cNvSpPr/>
            <p:nvPr/>
          </p:nvSpPr>
          <p:spPr>
            <a:xfrm>
              <a:off x="2384200" y="13988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7" name="object 607"/>
            <p:cNvSpPr/>
            <p:nvPr/>
          </p:nvSpPr>
          <p:spPr>
            <a:xfrm>
              <a:off x="2384200" y="13988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8" name="object 608"/>
          <p:cNvGrpSpPr/>
          <p:nvPr/>
        </p:nvGrpSpPr>
        <p:grpSpPr>
          <a:xfrm>
            <a:off x="7551953" y="1722671"/>
            <a:ext cx="70468" cy="70468"/>
            <a:chOff x="3039767" y="869311"/>
            <a:chExt cx="35560" cy="35560"/>
          </a:xfrm>
        </p:grpSpPr>
        <p:sp>
          <p:nvSpPr>
            <p:cNvPr id="609" name="object 609"/>
            <p:cNvSpPr/>
            <p:nvPr/>
          </p:nvSpPr>
          <p:spPr>
            <a:xfrm>
              <a:off x="3042298" y="871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0" name="object 610"/>
            <p:cNvSpPr/>
            <p:nvPr/>
          </p:nvSpPr>
          <p:spPr>
            <a:xfrm>
              <a:off x="3042298" y="871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1549470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21700" y="406078"/>
            <a:ext cx="1345175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Iteration</a:t>
            </a:r>
            <a:r>
              <a:rPr sz="2081" b="1" spc="-119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1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1674" y="2401833"/>
            <a:ext cx="1507502" cy="1779305"/>
            <a:chOff x="380228" y="1212036"/>
            <a:chExt cx="760730" cy="897890"/>
          </a:xfrm>
        </p:grpSpPr>
        <p:sp>
          <p:nvSpPr>
            <p:cNvPr id="4" name="object 4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880783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880792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6" name="object 196"/>
          <p:cNvGrpSpPr/>
          <p:nvPr/>
        </p:nvGrpSpPr>
        <p:grpSpPr>
          <a:xfrm>
            <a:off x="2765097" y="3818030"/>
            <a:ext cx="70468" cy="70468"/>
            <a:chOff x="624178" y="1926691"/>
            <a:chExt cx="35560" cy="35560"/>
          </a:xfrm>
        </p:grpSpPr>
        <p:sp>
          <p:nvSpPr>
            <p:cNvPr id="197" name="object 197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9" name="object 199"/>
          <p:cNvGrpSpPr/>
          <p:nvPr/>
        </p:nvGrpSpPr>
        <p:grpSpPr>
          <a:xfrm>
            <a:off x="2981413" y="4451518"/>
            <a:ext cx="70468" cy="70468"/>
            <a:chOff x="733337" y="2246368"/>
            <a:chExt cx="35560" cy="35560"/>
          </a:xfrm>
        </p:grpSpPr>
        <p:sp>
          <p:nvSpPr>
            <p:cNvPr id="200" name="object 200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2" name="object 202"/>
          <p:cNvGrpSpPr/>
          <p:nvPr/>
        </p:nvGrpSpPr>
        <p:grpSpPr>
          <a:xfrm>
            <a:off x="3561121" y="4337028"/>
            <a:ext cx="70468" cy="70468"/>
            <a:chOff x="1025875" y="2188593"/>
            <a:chExt cx="35560" cy="35560"/>
          </a:xfrm>
        </p:grpSpPr>
        <p:sp>
          <p:nvSpPr>
            <p:cNvPr id="203" name="object 203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4207106" y="3499514"/>
            <a:ext cx="1049463" cy="1433259"/>
            <a:chOff x="1351858" y="1765958"/>
            <a:chExt cx="529590" cy="723265"/>
          </a:xfrm>
        </p:grpSpPr>
        <p:sp>
          <p:nvSpPr>
            <p:cNvPr id="206" name="object 206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1596721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1596721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1560855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1848121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1811667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1811667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1679343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1560861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1566727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1566727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1755623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1755623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1594074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1594074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1631839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1631839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1503273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1503273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1640789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1640789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1764426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1657771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1357391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1357391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1481397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1481397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object 384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object 385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7" name="object 387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88" name="object 388"/>
          <p:cNvGrpSpPr/>
          <p:nvPr/>
        </p:nvGrpSpPr>
        <p:grpSpPr>
          <a:xfrm>
            <a:off x="3886590" y="1759679"/>
            <a:ext cx="1487368" cy="1693737"/>
            <a:chOff x="1190116" y="887986"/>
            <a:chExt cx="750570" cy="854710"/>
          </a:xfrm>
        </p:grpSpPr>
        <p:sp>
          <p:nvSpPr>
            <p:cNvPr id="389" name="object 389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object 390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object 392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object 393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5" name="object 395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6" name="object 396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object 398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object 399"/>
            <p:cNvSpPr/>
            <p:nvPr/>
          </p:nvSpPr>
          <p:spPr>
            <a:xfrm>
              <a:off x="1675091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1675091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object 401"/>
            <p:cNvSpPr/>
            <p:nvPr/>
          </p:nvSpPr>
          <p:spPr>
            <a:xfrm>
              <a:off x="1657754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object 402"/>
            <p:cNvSpPr/>
            <p:nvPr/>
          </p:nvSpPr>
          <p:spPr>
            <a:xfrm>
              <a:off x="1657754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1580715" y="13034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1580715" y="13034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1665863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1665863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1699623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1699623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1695084" y="9553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1695084" y="9553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1536009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1536009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1631092" y="1161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1631092" y="1161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1512310" y="14071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1512310" y="14071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1466849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1466849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1571673" y="143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1571673" y="143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1" name="object 581"/>
            <p:cNvSpPr/>
            <p:nvPr/>
          </p:nvSpPr>
          <p:spPr>
            <a:xfrm>
              <a:off x="1582533" y="995359"/>
              <a:ext cx="30480" cy="10795"/>
            </a:xfrm>
            <a:custGeom>
              <a:avLst/>
              <a:gdLst/>
              <a:ahLst/>
              <a:cxnLst/>
              <a:rect l="l" t="t" r="r" b="b"/>
              <a:pathLst>
                <a:path w="30480" h="10794">
                  <a:moveTo>
                    <a:pt x="0" y="10668"/>
                  </a:moveTo>
                  <a:lnTo>
                    <a:pt x="30366" y="10668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066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2" name="object 582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3" name="object 583"/>
            <p:cNvSpPr/>
            <p:nvPr/>
          </p:nvSpPr>
          <p:spPr>
            <a:xfrm>
              <a:off x="1559459" y="89304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1195177" y="152470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1564366" y="93209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6" name="object 586"/>
            <p:cNvSpPr/>
            <p:nvPr/>
          </p:nvSpPr>
          <p:spPr>
            <a:xfrm>
              <a:off x="1564366" y="93209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7" name="object 587"/>
          <p:cNvGrpSpPr/>
          <p:nvPr/>
        </p:nvGrpSpPr>
        <p:grpSpPr>
          <a:xfrm>
            <a:off x="4400937" y="4781007"/>
            <a:ext cx="186236" cy="161069"/>
            <a:chOff x="1449671" y="2412638"/>
            <a:chExt cx="93980" cy="81280"/>
          </a:xfrm>
        </p:grpSpPr>
        <p:sp>
          <p:nvSpPr>
            <p:cNvPr id="588" name="object 588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9" name="object 589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0" name="object 590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1" name="object 591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2" name="object 592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3" name="object 593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4" name="object 594"/>
          <p:cNvGrpSpPr/>
          <p:nvPr/>
        </p:nvGrpSpPr>
        <p:grpSpPr>
          <a:xfrm>
            <a:off x="5351563" y="4473288"/>
            <a:ext cx="70468" cy="70468"/>
            <a:chOff x="1929385" y="2257354"/>
            <a:chExt cx="35560" cy="35560"/>
          </a:xfrm>
        </p:grpSpPr>
        <p:sp>
          <p:nvSpPr>
            <p:cNvPr id="595" name="object 595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6" name="object 596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7" name="object 597"/>
          <p:cNvGrpSpPr/>
          <p:nvPr/>
        </p:nvGrpSpPr>
        <p:grpSpPr>
          <a:xfrm>
            <a:off x="4470836" y="5071426"/>
            <a:ext cx="70468" cy="70468"/>
            <a:chOff x="1484944" y="2559192"/>
            <a:chExt cx="35560" cy="35560"/>
          </a:xfrm>
        </p:grpSpPr>
        <p:sp>
          <p:nvSpPr>
            <p:cNvPr id="598" name="object 598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9" name="object 599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0" name="object 600"/>
          <p:cNvGrpSpPr/>
          <p:nvPr/>
        </p:nvGrpSpPr>
        <p:grpSpPr>
          <a:xfrm>
            <a:off x="5505207" y="2321761"/>
            <a:ext cx="167360" cy="74243"/>
            <a:chOff x="2006918" y="1171629"/>
            <a:chExt cx="84455" cy="37465"/>
          </a:xfrm>
        </p:grpSpPr>
        <p:sp>
          <p:nvSpPr>
            <p:cNvPr id="601" name="object 601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2" name="object 602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3" name="object 603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4" name="object 604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5" name="object 605"/>
          <p:cNvGrpSpPr/>
          <p:nvPr/>
        </p:nvGrpSpPr>
        <p:grpSpPr>
          <a:xfrm>
            <a:off x="4419963" y="1785698"/>
            <a:ext cx="70468" cy="70468"/>
            <a:chOff x="1459272" y="901116"/>
            <a:chExt cx="35560" cy="35560"/>
          </a:xfrm>
        </p:grpSpPr>
        <p:sp>
          <p:nvSpPr>
            <p:cNvPr id="606" name="object 606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7" name="object 607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8" name="object 608"/>
          <p:cNvGrpSpPr/>
          <p:nvPr/>
        </p:nvGrpSpPr>
        <p:grpSpPr>
          <a:xfrm>
            <a:off x="4130661" y="2730807"/>
            <a:ext cx="70468" cy="70468"/>
            <a:chOff x="1313282" y="1378046"/>
            <a:chExt cx="35560" cy="35560"/>
          </a:xfrm>
        </p:grpSpPr>
        <p:sp>
          <p:nvSpPr>
            <p:cNvPr id="609" name="object 609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0" name="object 610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1" name="object 611"/>
          <p:cNvGrpSpPr/>
          <p:nvPr/>
        </p:nvGrpSpPr>
        <p:grpSpPr>
          <a:xfrm>
            <a:off x="5434782" y="1686556"/>
            <a:ext cx="70468" cy="70468"/>
            <a:chOff x="1971380" y="851086"/>
            <a:chExt cx="35560" cy="35560"/>
          </a:xfrm>
        </p:grpSpPr>
        <p:sp>
          <p:nvSpPr>
            <p:cNvPr id="612" name="object 612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3" name="object 613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4" name="object 614"/>
          <p:cNvGrpSpPr/>
          <p:nvPr/>
        </p:nvGrpSpPr>
        <p:grpSpPr>
          <a:xfrm>
            <a:off x="8599719" y="1785698"/>
            <a:ext cx="70468" cy="70468"/>
            <a:chOff x="3568501" y="901116"/>
            <a:chExt cx="35560" cy="35560"/>
          </a:xfrm>
        </p:grpSpPr>
        <p:sp>
          <p:nvSpPr>
            <p:cNvPr id="615" name="object 615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6" name="object 616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7" name="object 617"/>
          <p:cNvGrpSpPr/>
          <p:nvPr/>
        </p:nvGrpSpPr>
        <p:grpSpPr>
          <a:xfrm>
            <a:off x="9614537" y="1686556"/>
            <a:ext cx="70468" cy="70468"/>
            <a:chOff x="4080608" y="851086"/>
            <a:chExt cx="35560" cy="35560"/>
          </a:xfrm>
        </p:grpSpPr>
        <p:sp>
          <p:nvSpPr>
            <p:cNvPr id="618" name="object 618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9" name="object 619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20" name="object 620"/>
          <p:cNvGrpSpPr/>
          <p:nvPr/>
        </p:nvGrpSpPr>
        <p:grpSpPr>
          <a:xfrm>
            <a:off x="6461428" y="2401833"/>
            <a:ext cx="1507502" cy="1779305"/>
            <a:chOff x="2489456" y="1212036"/>
            <a:chExt cx="760730" cy="897890"/>
          </a:xfrm>
        </p:grpSpPr>
        <p:sp>
          <p:nvSpPr>
            <p:cNvPr id="621" name="object 621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2" name="object 622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3" name="object 623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4" name="object 624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5" name="object 625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6" name="object 626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7" name="object 627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8" name="object 628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9" name="object 629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0" name="object 630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1" name="object 631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2" name="object 632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3" name="object 633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4" name="object 634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5" name="object 635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6" name="object 636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7" name="object 637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8" name="object 638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9" name="object 639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0" name="object 640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1" name="object 641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2" name="object 642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3" name="object 643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4" name="object 644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5" name="object 645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6" name="object 646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7" name="object 647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8" name="object 648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9" name="object 649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0" name="object 650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1" name="object 651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2" name="object 652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3" name="object 653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4" name="object 654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5" name="object 655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6" name="object 656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7" name="object 657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8" name="object 658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9" name="object 659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0" name="object 660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1" name="object 661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2" name="object 662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3" name="object 663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4" name="object 664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5" name="object 665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6" name="object 666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7" name="object 667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8" name="object 668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9" name="object 669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0" name="object 670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1" name="object 671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2" name="object 672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3" name="object 673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4" name="object 674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5" name="object 675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6" name="object 676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7" name="object 677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8" name="object 678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9" name="object 679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0" name="object 680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1" name="object 681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2" name="object 682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3" name="object 683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4" name="object 684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5" name="object 685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6" name="object 686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7" name="object 687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8" name="object 688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9" name="object 689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0" name="object 690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1" name="object 691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2" name="object 692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3" name="object 693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4" name="object 694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5" name="object 695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6" name="object 696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7" name="object 697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8" name="object 698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9" name="object 699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0" name="object 700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1" name="object 701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2" name="object 702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3" name="object 703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4" name="object 704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5" name="object 705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6" name="object 706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7" name="object 707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8" name="object 708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9" name="object 709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0" name="object 710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1" name="object 711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2" name="object 712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3" name="object 713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4" name="object 714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5" name="object 715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6" name="object 716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7" name="object 717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8" name="object 718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9" name="object 719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0" name="object 720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1" name="object 721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2" name="object 722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3" name="object 723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4" name="object 724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5" name="object 725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6" name="object 726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7" name="object 727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8" name="object 728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9" name="object 729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0" name="object 730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1" name="object 731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2" name="object 732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3" name="object 733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4" name="object 734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5" name="object 735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6" name="object 736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7" name="object 737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8" name="object 738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9" name="object 739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0" name="object 740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1" name="object 741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2" name="object 742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3" name="object 743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4" name="object 744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5" name="object 745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6" name="object 746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7" name="object 747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8" name="object 748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9" name="object 749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0" name="object 750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1" name="object 751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2" name="object 752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3" name="object 753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4" name="object 754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5" name="object 755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6" name="object 756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7" name="object 757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8" name="object 758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9" name="object 759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0" name="object 760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1" name="object 761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2" name="object 762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3" name="object 763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4" name="object 764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5" name="object 765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6" name="object 766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7" name="object 767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8" name="object 768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9" name="object 769"/>
            <p:cNvSpPr/>
            <p:nvPr/>
          </p:nvSpPr>
          <p:spPr>
            <a:xfrm>
              <a:off x="2990011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0" name="object 770"/>
            <p:cNvSpPr/>
            <p:nvPr/>
          </p:nvSpPr>
          <p:spPr>
            <a:xfrm>
              <a:off x="2990021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1" name="object 771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2" name="object 772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3" name="object 773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4" name="object 774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5" name="object 775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6" name="object 776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7" name="object 777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8" name="object 778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9" name="object 779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0" name="object 780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1" name="object 781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2" name="object 782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3" name="object 783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4" name="object 784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5" name="object 785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6" name="object 786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7" name="object 787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8" name="object 788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9" name="object 789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0" name="object 790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1" name="object 791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2" name="object 792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3" name="object 793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4" name="object 794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5" name="object 795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6" name="object 796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7" name="object 797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8" name="object 798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9" name="object 799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0" name="object 800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1" name="object 801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2" name="object 802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3" name="object 803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4" name="object 804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5" name="object 805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6" name="object 806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7" name="object 807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8" name="object 808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9" name="object 809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0" name="object 810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1" name="object 811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2" name="object 812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3" name="object 813"/>
          <p:cNvGrpSpPr/>
          <p:nvPr/>
        </p:nvGrpSpPr>
        <p:grpSpPr>
          <a:xfrm>
            <a:off x="6944852" y="3818030"/>
            <a:ext cx="70468" cy="70468"/>
            <a:chOff x="2733406" y="1926691"/>
            <a:chExt cx="35560" cy="35560"/>
          </a:xfrm>
        </p:grpSpPr>
        <p:sp>
          <p:nvSpPr>
            <p:cNvPr id="814" name="object 814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5" name="object 815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6" name="object 816"/>
          <p:cNvGrpSpPr/>
          <p:nvPr/>
        </p:nvGrpSpPr>
        <p:grpSpPr>
          <a:xfrm>
            <a:off x="7161169" y="4451518"/>
            <a:ext cx="70468" cy="70468"/>
            <a:chOff x="2842566" y="2246368"/>
            <a:chExt cx="35560" cy="35560"/>
          </a:xfrm>
        </p:grpSpPr>
        <p:sp>
          <p:nvSpPr>
            <p:cNvPr id="817" name="object 817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8" name="object 818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9" name="object 819"/>
          <p:cNvGrpSpPr/>
          <p:nvPr/>
        </p:nvGrpSpPr>
        <p:grpSpPr>
          <a:xfrm>
            <a:off x="7740877" y="4337028"/>
            <a:ext cx="70468" cy="70468"/>
            <a:chOff x="3135104" y="2188593"/>
            <a:chExt cx="35560" cy="35560"/>
          </a:xfrm>
        </p:grpSpPr>
        <p:sp>
          <p:nvSpPr>
            <p:cNvPr id="820" name="object 820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1" name="object 821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22" name="object 822"/>
          <p:cNvGrpSpPr/>
          <p:nvPr/>
        </p:nvGrpSpPr>
        <p:grpSpPr>
          <a:xfrm>
            <a:off x="8386860" y="3499514"/>
            <a:ext cx="1049463" cy="1433259"/>
            <a:chOff x="3461086" y="1765958"/>
            <a:chExt cx="529590" cy="723265"/>
          </a:xfrm>
        </p:grpSpPr>
        <p:sp>
          <p:nvSpPr>
            <p:cNvPr id="823" name="object 823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4" name="object 824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5" name="object 825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6" name="object 826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7" name="object 827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8" name="object 828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9" name="object 829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0" name="object 830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1" name="object 831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2" name="object 832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3" name="object 833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4" name="object 834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5" name="object 835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6" name="object 836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7" name="object 837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8" name="object 838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9" name="object 839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0" name="object 840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1" name="object 841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2" name="object 842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3" name="object 843"/>
            <p:cNvSpPr/>
            <p:nvPr/>
          </p:nvSpPr>
          <p:spPr>
            <a:xfrm>
              <a:off x="3670084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4" name="object 844"/>
            <p:cNvSpPr/>
            <p:nvPr/>
          </p:nvSpPr>
          <p:spPr>
            <a:xfrm>
              <a:off x="3957349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5" name="object 845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6" name="object 846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7" name="object 847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8" name="object 848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9" name="object 849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0" name="object 850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1" name="object 851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2" name="object 852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3" name="object 853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4" name="object 854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5" name="object 855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6" name="object 856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7" name="object 857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8" name="object 858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9" name="object 859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0" name="object 860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1" name="object 861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2" name="object 862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3" name="object 863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4" name="object 864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5" name="object 865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6" name="object 866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7" name="object 867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8" name="object 868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9" name="object 869"/>
            <p:cNvSpPr/>
            <p:nvPr/>
          </p:nvSpPr>
          <p:spPr>
            <a:xfrm>
              <a:off x="3788572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0" name="object 870"/>
            <p:cNvSpPr/>
            <p:nvPr/>
          </p:nvSpPr>
          <p:spPr>
            <a:xfrm>
              <a:off x="3670089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1" name="object 871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2" name="object 872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3" name="object 873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4" name="object 874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5" name="object 875"/>
            <p:cNvSpPr/>
            <p:nvPr/>
          </p:nvSpPr>
          <p:spPr>
            <a:xfrm>
              <a:off x="3754578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6" name="object 876"/>
            <p:cNvSpPr/>
            <p:nvPr/>
          </p:nvSpPr>
          <p:spPr>
            <a:xfrm>
              <a:off x="3754578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7" name="object 877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8" name="object 878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9" name="object 879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0" name="object 880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1" name="object 881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2" name="object 882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3" name="object 883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4" name="object 884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5" name="object 885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6" name="object 886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7" name="object 887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8" name="object 888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9" name="object 889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0" name="object 890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1" name="object 891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2" name="object 892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3" name="object 893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4" name="object 894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5" name="object 895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6" name="object 896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7" name="object 897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8" name="object 898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9" name="object 899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0" name="object 900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1" name="object 901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2" name="object 902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3" name="object 903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4" name="object 904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5" name="object 905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6" name="object 906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7" name="object 907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8" name="object 908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9" name="object 909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0" name="object 910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1" name="object 911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2" name="object 912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3" name="object 913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4" name="object 914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5" name="object 915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6" name="object 916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7" name="object 917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8" name="object 918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9" name="object 919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0" name="object 920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1" name="object 921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2" name="object 922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3" name="object 923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4" name="object 924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5" name="object 925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6" name="object 926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7" name="object 927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8" name="object 928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9" name="object 929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0" name="object 930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1" name="object 931"/>
            <p:cNvSpPr/>
            <p:nvPr/>
          </p:nvSpPr>
          <p:spPr>
            <a:xfrm>
              <a:off x="3734060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2" name="object 932"/>
            <p:cNvSpPr/>
            <p:nvPr/>
          </p:nvSpPr>
          <p:spPr>
            <a:xfrm>
              <a:off x="3734060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3" name="object 933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4" name="object 934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5" name="object 935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6" name="object 936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7" name="object 937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8" name="object 938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9" name="object 939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0" name="object 940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1" name="object 941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2" name="object 942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3" name="object 943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4" name="object 944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5" name="object 945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6" name="object 946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7" name="object 947"/>
            <p:cNvSpPr/>
            <p:nvPr/>
          </p:nvSpPr>
          <p:spPr>
            <a:xfrm>
              <a:off x="3750017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8" name="object 948"/>
            <p:cNvSpPr/>
            <p:nvPr/>
          </p:nvSpPr>
          <p:spPr>
            <a:xfrm>
              <a:off x="3750018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9" name="object 949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0" name="object 950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1" name="object 951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2" name="object 952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3" name="object 953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4" name="object 954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5" name="object 955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6" name="object 956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7" name="object 957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8" name="object 958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9" name="object 959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0" name="object 960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1" name="object 961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2" name="object 962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3" name="object 963"/>
            <p:cNvSpPr/>
            <p:nvPr/>
          </p:nvSpPr>
          <p:spPr>
            <a:xfrm>
              <a:off x="3873655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4" name="object 964"/>
            <p:cNvSpPr/>
            <p:nvPr/>
          </p:nvSpPr>
          <p:spPr>
            <a:xfrm>
              <a:off x="3767000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5" name="object 965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6" name="object 966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7" name="object 967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8" name="object 968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9" name="object 969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0" name="object 970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1" name="object 971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2" name="object 972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3" name="object 973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4" name="object 974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5" name="object 975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6" name="object 976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7" name="object 977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8" name="object 978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9" name="object 979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0" name="object 980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1" name="object 981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2" name="object 982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3" name="object 983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4" name="object 984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5" name="object 985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6" name="object 986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7" name="object 987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8" name="object 988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9" name="object 989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0" name="object 990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1" name="object 991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2" name="object 992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3" name="object 993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4" name="object 994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5" name="object 995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6" name="object 996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7" name="object 997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8" name="object 998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9" name="object 999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05" name="object 1005"/>
          <p:cNvGrpSpPr/>
          <p:nvPr/>
        </p:nvGrpSpPr>
        <p:grpSpPr>
          <a:xfrm>
            <a:off x="8221832" y="1698521"/>
            <a:ext cx="1331333" cy="1754138"/>
            <a:chOff x="3377808" y="857124"/>
            <a:chExt cx="671830" cy="885190"/>
          </a:xfrm>
        </p:grpSpPr>
        <p:sp>
          <p:nvSpPr>
            <p:cNvPr id="1006" name="object 1006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3587254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3587254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3662540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3662540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3725291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3725291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3680902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3680902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3803896" y="1177235"/>
              <a:ext cx="10795" cy="30480"/>
            </a:xfrm>
            <a:custGeom>
              <a:avLst/>
              <a:gdLst/>
              <a:ahLst/>
              <a:cxnLst/>
              <a:rect l="l" t="t" r="r" b="b"/>
              <a:pathLst>
                <a:path w="10795" h="30480">
                  <a:moveTo>
                    <a:pt x="0" y="30366"/>
                  </a:moveTo>
                  <a:lnTo>
                    <a:pt x="10790" y="30366"/>
                  </a:lnTo>
                  <a:lnTo>
                    <a:pt x="10790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3746387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3746387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689944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689944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775091" y="1339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775091" y="1339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759615" y="1230776"/>
              <a:ext cx="30480" cy="28575"/>
            </a:xfrm>
            <a:custGeom>
              <a:avLst/>
              <a:gdLst/>
              <a:ahLst/>
              <a:cxnLst/>
              <a:rect l="l" t="t" r="r" b="b"/>
              <a:pathLst>
                <a:path w="30479" h="28575">
                  <a:moveTo>
                    <a:pt x="0" y="28301"/>
                  </a:moveTo>
                  <a:lnTo>
                    <a:pt x="30366" y="28301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2830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3759615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3740315" y="1161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5994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599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740321" y="1161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3710544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3710544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3669326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3669326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3810634" y="86218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3740633" y="116751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3740633" y="116751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199" name="object 1199"/>
          <p:cNvGrpSpPr/>
          <p:nvPr/>
        </p:nvGrpSpPr>
        <p:grpSpPr>
          <a:xfrm>
            <a:off x="8580691" y="4781007"/>
            <a:ext cx="186236" cy="161069"/>
            <a:chOff x="3558899" y="2412638"/>
            <a:chExt cx="93980" cy="81280"/>
          </a:xfrm>
        </p:grpSpPr>
        <p:sp>
          <p:nvSpPr>
            <p:cNvPr id="1200" name="object 1200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6" name="object 1206"/>
          <p:cNvGrpSpPr/>
          <p:nvPr/>
        </p:nvGrpSpPr>
        <p:grpSpPr>
          <a:xfrm>
            <a:off x="9531317" y="4473288"/>
            <a:ext cx="70468" cy="70468"/>
            <a:chOff x="4038613" y="2257354"/>
            <a:chExt cx="35560" cy="35560"/>
          </a:xfrm>
        </p:grpSpPr>
        <p:sp>
          <p:nvSpPr>
            <p:cNvPr id="1207" name="object 1207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9" name="object 1209"/>
          <p:cNvGrpSpPr/>
          <p:nvPr/>
        </p:nvGrpSpPr>
        <p:grpSpPr>
          <a:xfrm>
            <a:off x="8650592" y="5071426"/>
            <a:ext cx="70468" cy="70468"/>
            <a:chOff x="3594173" y="2559192"/>
            <a:chExt cx="35560" cy="35560"/>
          </a:xfrm>
        </p:grpSpPr>
        <p:sp>
          <p:nvSpPr>
            <p:cNvPr id="1210" name="object 1210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2" name="object 1212"/>
          <p:cNvGrpSpPr/>
          <p:nvPr/>
        </p:nvGrpSpPr>
        <p:grpSpPr>
          <a:xfrm>
            <a:off x="8310416" y="2730807"/>
            <a:ext cx="70468" cy="70468"/>
            <a:chOff x="3422510" y="1378046"/>
            <a:chExt cx="35560" cy="35560"/>
          </a:xfrm>
        </p:grpSpPr>
        <p:sp>
          <p:nvSpPr>
            <p:cNvPr id="1213" name="object 1213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5" name="object 1215"/>
          <p:cNvGrpSpPr/>
          <p:nvPr/>
        </p:nvGrpSpPr>
        <p:grpSpPr>
          <a:xfrm>
            <a:off x="8838964" y="1928406"/>
            <a:ext cx="70468" cy="70468"/>
            <a:chOff x="3689231" y="973131"/>
            <a:chExt cx="35560" cy="35560"/>
          </a:xfrm>
        </p:grpSpPr>
        <p:sp>
          <p:nvSpPr>
            <p:cNvPr id="1216" name="object 1216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8" name="object 1218"/>
          <p:cNvGrpSpPr/>
          <p:nvPr/>
        </p:nvGrpSpPr>
        <p:grpSpPr>
          <a:xfrm>
            <a:off x="9684964" y="2321761"/>
            <a:ext cx="167360" cy="74243"/>
            <a:chOff x="4116147" y="1171629"/>
            <a:chExt cx="84455" cy="37465"/>
          </a:xfrm>
        </p:grpSpPr>
        <p:sp>
          <p:nvSpPr>
            <p:cNvPr id="1219" name="object 1219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23" name="object 1223"/>
          <p:cNvSpPr/>
          <p:nvPr/>
        </p:nvSpPr>
        <p:spPr>
          <a:xfrm>
            <a:off x="8132054" y="3599317"/>
            <a:ext cx="125835" cy="125835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63263"/>
                </a:moveTo>
                <a:lnTo>
                  <a:pt x="63263" y="63263"/>
                </a:lnTo>
                <a:lnTo>
                  <a:pt x="63263" y="0"/>
                </a:lnTo>
                <a:lnTo>
                  <a:pt x="0" y="0"/>
                </a:lnTo>
                <a:lnTo>
                  <a:pt x="0" y="63263"/>
                </a:lnTo>
                <a:close/>
              </a:path>
            </a:pathLst>
          </a:custGeom>
          <a:ln w="10122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24" name="object 1224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2097192060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21700" y="406078"/>
            <a:ext cx="1345175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Iteration</a:t>
            </a:r>
            <a:r>
              <a:rPr sz="2081" b="1" spc="-119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2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1674" y="2401833"/>
            <a:ext cx="1507502" cy="1779305"/>
            <a:chOff x="380228" y="1212036"/>
            <a:chExt cx="760730" cy="897890"/>
          </a:xfrm>
        </p:grpSpPr>
        <p:sp>
          <p:nvSpPr>
            <p:cNvPr id="4" name="object 4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880783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880792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6" name="object 196"/>
          <p:cNvGrpSpPr/>
          <p:nvPr/>
        </p:nvGrpSpPr>
        <p:grpSpPr>
          <a:xfrm>
            <a:off x="2765097" y="3818030"/>
            <a:ext cx="70468" cy="70468"/>
            <a:chOff x="624178" y="1926691"/>
            <a:chExt cx="35560" cy="35560"/>
          </a:xfrm>
        </p:grpSpPr>
        <p:sp>
          <p:nvSpPr>
            <p:cNvPr id="197" name="object 197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9" name="object 199"/>
          <p:cNvGrpSpPr/>
          <p:nvPr/>
        </p:nvGrpSpPr>
        <p:grpSpPr>
          <a:xfrm>
            <a:off x="2981413" y="4451518"/>
            <a:ext cx="70468" cy="70468"/>
            <a:chOff x="733337" y="2246368"/>
            <a:chExt cx="35560" cy="35560"/>
          </a:xfrm>
        </p:grpSpPr>
        <p:sp>
          <p:nvSpPr>
            <p:cNvPr id="200" name="object 200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2" name="object 202"/>
          <p:cNvGrpSpPr/>
          <p:nvPr/>
        </p:nvGrpSpPr>
        <p:grpSpPr>
          <a:xfrm>
            <a:off x="3561121" y="4337028"/>
            <a:ext cx="70468" cy="70468"/>
            <a:chOff x="1025875" y="2188593"/>
            <a:chExt cx="35560" cy="35560"/>
          </a:xfrm>
        </p:grpSpPr>
        <p:sp>
          <p:nvSpPr>
            <p:cNvPr id="203" name="object 203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5" name="object 205"/>
          <p:cNvGrpSpPr/>
          <p:nvPr/>
        </p:nvGrpSpPr>
        <p:grpSpPr>
          <a:xfrm>
            <a:off x="4207106" y="3499514"/>
            <a:ext cx="1049463" cy="1433259"/>
            <a:chOff x="1351858" y="1765958"/>
            <a:chExt cx="529590" cy="723265"/>
          </a:xfrm>
        </p:grpSpPr>
        <p:sp>
          <p:nvSpPr>
            <p:cNvPr id="206" name="object 206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1596721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1596721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1560855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1848121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1811667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1811667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1679343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1560861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1566727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1566727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1755623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1755623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1594074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1594074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1631839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1631839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1503273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1503273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1640789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1640789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1764426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1657771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1357391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1357391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1481397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1481397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object 384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object 385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7" name="object 387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88" name="object 388"/>
          <p:cNvGrpSpPr/>
          <p:nvPr/>
        </p:nvGrpSpPr>
        <p:grpSpPr>
          <a:xfrm>
            <a:off x="4042078" y="1698521"/>
            <a:ext cx="1331333" cy="1754138"/>
            <a:chOff x="1268580" y="857124"/>
            <a:chExt cx="671830" cy="885190"/>
          </a:xfrm>
        </p:grpSpPr>
        <p:sp>
          <p:nvSpPr>
            <p:cNvPr id="389" name="object 389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object 390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object 392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object 393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5" name="object 395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6" name="object 396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object 398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object 399"/>
            <p:cNvSpPr/>
            <p:nvPr/>
          </p:nvSpPr>
          <p:spPr>
            <a:xfrm>
              <a:off x="1694668" y="1177235"/>
              <a:ext cx="10795" cy="30480"/>
            </a:xfrm>
            <a:custGeom>
              <a:avLst/>
              <a:gdLst/>
              <a:ahLst/>
              <a:cxnLst/>
              <a:rect l="l" t="t" r="r" b="b"/>
              <a:pathLst>
                <a:path w="10794" h="30480">
                  <a:moveTo>
                    <a:pt x="0" y="30366"/>
                  </a:moveTo>
                  <a:lnTo>
                    <a:pt x="10790" y="30366"/>
                  </a:lnTo>
                  <a:lnTo>
                    <a:pt x="10790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1675091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object 401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object 402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1580715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1580715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1665863" y="1339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1665863" y="1339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1650387" y="1230776"/>
              <a:ext cx="30480" cy="28575"/>
            </a:xfrm>
            <a:custGeom>
              <a:avLst/>
              <a:gdLst/>
              <a:ahLst/>
              <a:cxnLst/>
              <a:rect l="l" t="t" r="r" b="b"/>
              <a:pathLst>
                <a:path w="30480" h="28575">
                  <a:moveTo>
                    <a:pt x="0" y="28301"/>
                  </a:moveTo>
                  <a:lnTo>
                    <a:pt x="30366" y="28301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2830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1699622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1699622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1695084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1695084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1536008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1536008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1631086" y="1161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5994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599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1631092" y="1161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1512310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1512310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1466848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1466848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1571673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1571673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1701406" y="86218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1631404" y="116751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1" name="object 581"/>
            <p:cNvSpPr/>
            <p:nvPr/>
          </p:nvSpPr>
          <p:spPr>
            <a:xfrm>
              <a:off x="1631404" y="116751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2" name="object 582"/>
          <p:cNvGrpSpPr/>
          <p:nvPr/>
        </p:nvGrpSpPr>
        <p:grpSpPr>
          <a:xfrm>
            <a:off x="4400937" y="4781007"/>
            <a:ext cx="186236" cy="161069"/>
            <a:chOff x="1449671" y="2412638"/>
            <a:chExt cx="93980" cy="81280"/>
          </a:xfrm>
        </p:grpSpPr>
        <p:sp>
          <p:nvSpPr>
            <p:cNvPr id="583" name="object 583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6" name="object 586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7" name="object 587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8" name="object 588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9" name="object 589"/>
          <p:cNvGrpSpPr/>
          <p:nvPr/>
        </p:nvGrpSpPr>
        <p:grpSpPr>
          <a:xfrm>
            <a:off x="5351563" y="4473288"/>
            <a:ext cx="70468" cy="70468"/>
            <a:chOff x="1929385" y="2257354"/>
            <a:chExt cx="35560" cy="35560"/>
          </a:xfrm>
        </p:grpSpPr>
        <p:sp>
          <p:nvSpPr>
            <p:cNvPr id="590" name="object 590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1" name="object 591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2" name="object 592"/>
          <p:cNvGrpSpPr/>
          <p:nvPr/>
        </p:nvGrpSpPr>
        <p:grpSpPr>
          <a:xfrm>
            <a:off x="4470836" y="5071426"/>
            <a:ext cx="70468" cy="70468"/>
            <a:chOff x="1484944" y="2559192"/>
            <a:chExt cx="35560" cy="35560"/>
          </a:xfrm>
        </p:grpSpPr>
        <p:sp>
          <p:nvSpPr>
            <p:cNvPr id="593" name="object 593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4" name="object 594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5" name="object 595"/>
          <p:cNvGrpSpPr/>
          <p:nvPr/>
        </p:nvGrpSpPr>
        <p:grpSpPr>
          <a:xfrm>
            <a:off x="4659207" y="1928406"/>
            <a:ext cx="70468" cy="70468"/>
            <a:chOff x="1580002" y="973131"/>
            <a:chExt cx="35560" cy="35560"/>
          </a:xfrm>
        </p:grpSpPr>
        <p:sp>
          <p:nvSpPr>
            <p:cNvPr id="596" name="object 596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7" name="object 597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8" name="object 598"/>
          <p:cNvGrpSpPr/>
          <p:nvPr/>
        </p:nvGrpSpPr>
        <p:grpSpPr>
          <a:xfrm>
            <a:off x="5505207" y="2321761"/>
            <a:ext cx="167360" cy="74243"/>
            <a:chOff x="2006918" y="1171629"/>
            <a:chExt cx="84455" cy="37465"/>
          </a:xfrm>
        </p:grpSpPr>
        <p:sp>
          <p:nvSpPr>
            <p:cNvPr id="599" name="object 599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0" name="object 600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1" name="object 601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2" name="object 602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3" name="object 603"/>
          <p:cNvGrpSpPr/>
          <p:nvPr/>
        </p:nvGrpSpPr>
        <p:grpSpPr>
          <a:xfrm>
            <a:off x="4419963" y="1785698"/>
            <a:ext cx="70468" cy="70468"/>
            <a:chOff x="1459272" y="901116"/>
            <a:chExt cx="35560" cy="35560"/>
          </a:xfrm>
        </p:grpSpPr>
        <p:sp>
          <p:nvSpPr>
            <p:cNvPr id="604" name="object 604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5" name="object 605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6" name="object 606"/>
          <p:cNvGrpSpPr/>
          <p:nvPr/>
        </p:nvGrpSpPr>
        <p:grpSpPr>
          <a:xfrm>
            <a:off x="4130661" y="2730807"/>
            <a:ext cx="70468" cy="70468"/>
            <a:chOff x="1313282" y="1378046"/>
            <a:chExt cx="35560" cy="35560"/>
          </a:xfrm>
        </p:grpSpPr>
        <p:sp>
          <p:nvSpPr>
            <p:cNvPr id="607" name="object 607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8" name="object 608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9" name="object 609"/>
          <p:cNvGrpSpPr/>
          <p:nvPr/>
        </p:nvGrpSpPr>
        <p:grpSpPr>
          <a:xfrm>
            <a:off x="5434782" y="1686556"/>
            <a:ext cx="70468" cy="70468"/>
            <a:chOff x="1971380" y="851086"/>
            <a:chExt cx="35560" cy="35560"/>
          </a:xfrm>
        </p:grpSpPr>
        <p:sp>
          <p:nvSpPr>
            <p:cNvPr id="610" name="object 610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1" name="object 611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12" name="object 612"/>
          <p:cNvSpPr/>
          <p:nvPr/>
        </p:nvSpPr>
        <p:spPr>
          <a:xfrm>
            <a:off x="3952299" y="3599317"/>
            <a:ext cx="125835" cy="125835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63263"/>
                </a:moveTo>
                <a:lnTo>
                  <a:pt x="63263" y="63263"/>
                </a:lnTo>
                <a:lnTo>
                  <a:pt x="63263" y="0"/>
                </a:lnTo>
                <a:lnTo>
                  <a:pt x="0" y="0"/>
                </a:lnTo>
                <a:lnTo>
                  <a:pt x="0" y="63263"/>
                </a:lnTo>
                <a:close/>
              </a:path>
            </a:pathLst>
          </a:custGeom>
          <a:ln w="10122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13" name="object 613"/>
          <p:cNvGrpSpPr/>
          <p:nvPr/>
        </p:nvGrpSpPr>
        <p:grpSpPr>
          <a:xfrm>
            <a:off x="8838964" y="1928406"/>
            <a:ext cx="70468" cy="70468"/>
            <a:chOff x="3689231" y="973131"/>
            <a:chExt cx="35560" cy="35560"/>
          </a:xfrm>
        </p:grpSpPr>
        <p:sp>
          <p:nvSpPr>
            <p:cNvPr id="614" name="object 614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5" name="object 615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6" name="object 616"/>
          <p:cNvGrpSpPr/>
          <p:nvPr/>
        </p:nvGrpSpPr>
        <p:grpSpPr>
          <a:xfrm>
            <a:off x="8221832" y="1861118"/>
            <a:ext cx="1331333" cy="1591811"/>
            <a:chOff x="3377808" y="939175"/>
            <a:chExt cx="671830" cy="803275"/>
          </a:xfrm>
        </p:grpSpPr>
        <p:sp>
          <p:nvSpPr>
            <p:cNvPr id="617" name="object 617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8" name="object 618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9" name="object 619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0" name="object 620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1" name="object 621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2" name="object 622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3" name="object 623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17094"/>
                  </a:lnTo>
                  <a:lnTo>
                    <a:pt x="0" y="30378"/>
                  </a:lnTo>
                  <a:lnTo>
                    <a:pt x="30365" y="30378"/>
                  </a:lnTo>
                  <a:lnTo>
                    <a:pt x="30365" y="1709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4" name="object 624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5" name="object 625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6" name="object 626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7" name="object 627"/>
            <p:cNvSpPr/>
            <p:nvPr/>
          </p:nvSpPr>
          <p:spPr>
            <a:xfrm>
              <a:off x="3838880" y="10025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4914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491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8" name="object 628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9" name="object 629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0" name="object 630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1" name="object 631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2" name="object 632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3" name="object 633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4" name="object 634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5" name="object 635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6" name="object 636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7" name="object 637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8" name="object 638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9" name="object 639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0" name="object 640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1" name="object 641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2" name="object 642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3" name="object 643"/>
            <p:cNvSpPr/>
            <p:nvPr/>
          </p:nvSpPr>
          <p:spPr>
            <a:xfrm>
              <a:off x="3587254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4" name="object 644"/>
            <p:cNvSpPr/>
            <p:nvPr/>
          </p:nvSpPr>
          <p:spPr>
            <a:xfrm>
              <a:off x="3587254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5" name="object 645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6" name="object 646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7" name="object 647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8" name="object 648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9" name="object 649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0" name="object 650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1" name="object 651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2" name="object 652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3" name="object 653"/>
            <p:cNvSpPr/>
            <p:nvPr/>
          </p:nvSpPr>
          <p:spPr>
            <a:xfrm>
              <a:off x="3662540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4" name="object 654"/>
            <p:cNvSpPr/>
            <p:nvPr/>
          </p:nvSpPr>
          <p:spPr>
            <a:xfrm>
              <a:off x="3662540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5" name="object 655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6" name="object 656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7" name="object 657"/>
            <p:cNvSpPr/>
            <p:nvPr/>
          </p:nvSpPr>
          <p:spPr>
            <a:xfrm>
              <a:off x="3766983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8" name="object 658"/>
            <p:cNvSpPr/>
            <p:nvPr/>
          </p:nvSpPr>
          <p:spPr>
            <a:xfrm>
              <a:off x="3766983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9" name="object 659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0" name="object 660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1" name="object 661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2" name="object 662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3" name="object 663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4" name="object 664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5" name="object 665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6" name="object 666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7" name="object 667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8" name="object 668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9" name="object 669"/>
            <p:cNvSpPr/>
            <p:nvPr/>
          </p:nvSpPr>
          <p:spPr>
            <a:xfrm>
              <a:off x="3750495" y="1257205"/>
              <a:ext cx="26670" cy="30480"/>
            </a:xfrm>
            <a:custGeom>
              <a:avLst/>
              <a:gdLst/>
              <a:ahLst/>
              <a:cxnLst/>
              <a:rect l="l" t="t" r="r" b="b"/>
              <a:pathLst>
                <a:path w="26670" h="30480">
                  <a:moveTo>
                    <a:pt x="0" y="30366"/>
                  </a:moveTo>
                  <a:lnTo>
                    <a:pt x="26257" y="30366"/>
                  </a:lnTo>
                  <a:lnTo>
                    <a:pt x="26257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0" name="object 670"/>
            <p:cNvSpPr/>
            <p:nvPr/>
          </p:nvSpPr>
          <p:spPr>
            <a:xfrm>
              <a:off x="3746387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1" name="object 671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2" name="object 672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3" name="object 673"/>
            <p:cNvSpPr/>
            <p:nvPr/>
          </p:nvSpPr>
          <p:spPr>
            <a:xfrm>
              <a:off x="3689944" y="1320001"/>
              <a:ext cx="30480" cy="13970"/>
            </a:xfrm>
            <a:custGeom>
              <a:avLst/>
              <a:gdLst/>
              <a:ahLst/>
              <a:cxnLst/>
              <a:rect l="l" t="t" r="r" b="b"/>
              <a:pathLst>
                <a:path w="30479" h="13969">
                  <a:moveTo>
                    <a:pt x="0" y="13816"/>
                  </a:moveTo>
                  <a:lnTo>
                    <a:pt x="30366" y="13816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381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4" name="object 674"/>
            <p:cNvSpPr/>
            <p:nvPr/>
          </p:nvSpPr>
          <p:spPr>
            <a:xfrm>
              <a:off x="3689944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5" name="object 675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6" name="object 676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7" name="object 677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8" name="object 678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9" name="object 679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0" name="object 680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1" name="object 681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2" name="object 682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3" name="object 683"/>
            <p:cNvSpPr/>
            <p:nvPr/>
          </p:nvSpPr>
          <p:spPr>
            <a:xfrm>
              <a:off x="3775091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4" name="object 684"/>
            <p:cNvSpPr/>
            <p:nvPr/>
          </p:nvSpPr>
          <p:spPr>
            <a:xfrm>
              <a:off x="3775091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5" name="object 685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6" name="object 686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7" name="object 687"/>
            <p:cNvSpPr/>
            <p:nvPr/>
          </p:nvSpPr>
          <p:spPr>
            <a:xfrm>
              <a:off x="3759615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8" name="object 688"/>
            <p:cNvSpPr/>
            <p:nvPr/>
          </p:nvSpPr>
          <p:spPr>
            <a:xfrm>
              <a:off x="3759615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9" name="object 689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0" name="object 690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1" name="object 691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2" name="object 692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3" name="object 693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4" name="object 694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5" name="object 695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6" name="object 696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7" name="object 697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8" name="object 698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9" name="object 699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0" name="object 700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1" name="object 701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2" name="object 702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3" name="object 703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4" name="object 704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5" name="object 705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6" name="object 706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7" name="object 707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8" name="object 708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9" name="object 709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0" name="object 710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1" name="object 711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2" name="object 712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3" name="object 713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4" name="object 714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5" name="object 715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6" name="object 716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7" name="object 717"/>
            <p:cNvSpPr/>
            <p:nvPr/>
          </p:nvSpPr>
          <p:spPr>
            <a:xfrm>
              <a:off x="3685692" y="1274364"/>
              <a:ext cx="1905" cy="30480"/>
            </a:xfrm>
            <a:custGeom>
              <a:avLst/>
              <a:gdLst/>
              <a:ahLst/>
              <a:cxnLst/>
              <a:rect l="l" t="t" r="r" b="b"/>
              <a:pathLst>
                <a:path w="1904" h="30480">
                  <a:moveTo>
                    <a:pt x="0" y="30366"/>
                  </a:moveTo>
                  <a:lnTo>
                    <a:pt x="1540" y="30366"/>
                  </a:lnTo>
                  <a:lnTo>
                    <a:pt x="1540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8" name="object 718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9" name="object 719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0" name="object 720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1" name="object 721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2" name="object 722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3" name="object 723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4" name="object 724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5" name="object 725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6" name="object 726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7" name="object 727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8" name="object 728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9" name="object 729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0" name="object 730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1" name="object 731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2" name="object 732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3" name="object 733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4" name="object 734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5" name="object 735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6" name="object 736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7" name="object 737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8" name="object 738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9" name="object 739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0" name="object 740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1" name="object 741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2" name="object 742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3" name="object 743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4" name="object 744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5" name="object 745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6" name="object 746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7" name="object 747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8" name="object 748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9" name="object 749"/>
            <p:cNvSpPr/>
            <p:nvPr/>
          </p:nvSpPr>
          <p:spPr>
            <a:xfrm>
              <a:off x="3740321" y="1161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0" name="object 750"/>
            <p:cNvSpPr/>
            <p:nvPr/>
          </p:nvSpPr>
          <p:spPr>
            <a:xfrm>
              <a:off x="3740321" y="1161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1" name="object 751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2" name="object 752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3" name="object 753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4" name="object 754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5" name="object 755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6" name="object 756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7" name="object 757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8" name="object 758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9" name="object 759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0" name="object 760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1" name="object 761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2" name="object 762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3" name="object 763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4" name="object 764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5" name="object 765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6" name="object 766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7" name="object 767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8" name="object 768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9" name="object 769"/>
            <p:cNvSpPr/>
            <p:nvPr/>
          </p:nvSpPr>
          <p:spPr>
            <a:xfrm>
              <a:off x="3710544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0" name="object 770"/>
            <p:cNvSpPr/>
            <p:nvPr/>
          </p:nvSpPr>
          <p:spPr>
            <a:xfrm>
              <a:off x="3710544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1" name="object 771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2" name="object 772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3" name="object 773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4" name="object 774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5" name="object 775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6" name="object 776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7" name="object 777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8" name="object 778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9" name="object 779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0" name="object 780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1" name="object 781"/>
            <p:cNvSpPr/>
            <p:nvPr/>
          </p:nvSpPr>
          <p:spPr>
            <a:xfrm>
              <a:off x="3669322" y="1294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25603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5603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2" name="object 782"/>
            <p:cNvSpPr/>
            <p:nvPr/>
          </p:nvSpPr>
          <p:spPr>
            <a:xfrm>
              <a:off x="3669326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3" name="object 783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4" name="object 784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5" name="object 785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6" name="object 786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7" name="object 787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8" name="object 788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9" name="object 789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0" name="object 790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1" name="object 791"/>
            <p:cNvSpPr/>
            <p:nvPr/>
          </p:nvSpPr>
          <p:spPr>
            <a:xfrm>
              <a:off x="3680902" y="143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2" name="object 792"/>
            <p:cNvSpPr/>
            <p:nvPr/>
          </p:nvSpPr>
          <p:spPr>
            <a:xfrm>
              <a:off x="3680902" y="143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3" name="object 793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4" name="object 794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5" name="object 795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6" name="object 796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7" name="object 797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8" name="object 798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9" name="object 799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0" name="object 800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1" name="object 801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2" name="object 802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3" name="object 803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4" name="object 804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5" name="object 805"/>
            <p:cNvSpPr/>
            <p:nvPr/>
          </p:nvSpPr>
          <p:spPr>
            <a:xfrm>
              <a:off x="3715868" y="1320001"/>
              <a:ext cx="30480" cy="27305"/>
            </a:xfrm>
            <a:custGeom>
              <a:avLst/>
              <a:gdLst/>
              <a:ahLst/>
              <a:cxnLst/>
              <a:rect l="l" t="t" r="r" b="b"/>
              <a:pathLst>
                <a:path w="30479" h="27305">
                  <a:moveTo>
                    <a:pt x="0" y="27281"/>
                  </a:moveTo>
                  <a:lnTo>
                    <a:pt x="30366" y="27281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2728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6" name="object 806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7" name="object 807"/>
            <p:cNvSpPr/>
            <p:nvPr/>
          </p:nvSpPr>
          <p:spPr>
            <a:xfrm>
              <a:off x="3851232" y="94423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8" name="object 808"/>
            <p:cNvSpPr/>
            <p:nvPr/>
          </p:nvSpPr>
          <p:spPr>
            <a:xfrm>
              <a:off x="3851232" y="94423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9" name="object 809"/>
            <p:cNvSpPr/>
            <p:nvPr/>
          </p:nvSpPr>
          <p:spPr>
            <a:xfrm>
              <a:off x="3687232" y="1256738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0" name="object 810"/>
            <p:cNvSpPr/>
            <p:nvPr/>
          </p:nvSpPr>
          <p:spPr>
            <a:xfrm>
              <a:off x="3687232" y="1256738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1" name="object 811"/>
          <p:cNvGrpSpPr/>
          <p:nvPr/>
        </p:nvGrpSpPr>
        <p:grpSpPr>
          <a:xfrm>
            <a:off x="8599719" y="1785698"/>
            <a:ext cx="70468" cy="70468"/>
            <a:chOff x="3568501" y="901116"/>
            <a:chExt cx="35560" cy="35560"/>
          </a:xfrm>
        </p:grpSpPr>
        <p:sp>
          <p:nvSpPr>
            <p:cNvPr id="812" name="object 812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3" name="object 813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4" name="object 814"/>
          <p:cNvGrpSpPr/>
          <p:nvPr/>
        </p:nvGrpSpPr>
        <p:grpSpPr>
          <a:xfrm>
            <a:off x="9614537" y="1686556"/>
            <a:ext cx="70468" cy="70468"/>
            <a:chOff x="4080608" y="851086"/>
            <a:chExt cx="35560" cy="35560"/>
          </a:xfrm>
        </p:grpSpPr>
        <p:sp>
          <p:nvSpPr>
            <p:cNvPr id="815" name="object 815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6" name="object 816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7" name="object 817"/>
          <p:cNvGrpSpPr/>
          <p:nvPr/>
        </p:nvGrpSpPr>
        <p:grpSpPr>
          <a:xfrm>
            <a:off x="6461428" y="2401833"/>
            <a:ext cx="1736521" cy="1779305"/>
            <a:chOff x="2489456" y="1212036"/>
            <a:chExt cx="876300" cy="897890"/>
          </a:xfrm>
        </p:grpSpPr>
        <p:sp>
          <p:nvSpPr>
            <p:cNvPr id="818" name="object 818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9" name="object 819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0" name="object 820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1" name="object 821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2" name="object 822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3" name="object 823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4" name="object 824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5" name="object 825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6" name="object 826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7" name="object 827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8" name="object 828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9" name="object 829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0" name="object 830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1" name="object 831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2" name="object 832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3" name="object 833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4" name="object 834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5" name="object 835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6" name="object 836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7" name="object 837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8" name="object 838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9" name="object 839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0" name="object 840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1" name="object 841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2" name="object 842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3" name="object 843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4" name="object 844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5" name="object 845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6" name="object 846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7" name="object 847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8" name="object 848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9" name="object 849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0" name="object 850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1" name="object 851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2" name="object 852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3" name="object 853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4" name="object 854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5" name="object 855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6" name="object 856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7" name="object 857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8" name="object 858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9" name="object 859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0" name="object 860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1" name="object 861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2" name="object 862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3" name="object 863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4" name="object 864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5" name="object 865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6" name="object 866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7" name="object 867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8" name="object 868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9" name="object 869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0" name="object 870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1" name="object 871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2" name="object 872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3" name="object 873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4" name="object 874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5" name="object 875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6" name="object 876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7" name="object 877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8" name="object 878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9" name="object 879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0" name="object 880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1" name="object 881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2" name="object 882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3" name="object 883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4" name="object 884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5" name="object 885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6" name="object 886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7" name="object 887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8" name="object 888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9" name="object 889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0" name="object 890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1" name="object 891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2" name="object 892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3" name="object 893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4" name="object 894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5" name="object 895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6" name="object 896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7" name="object 897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8" name="object 898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9" name="object 899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0" name="object 900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1" name="object 901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2" name="object 902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3" name="object 903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4" name="object 904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5" name="object 905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6" name="object 906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7" name="object 907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8" name="object 908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9" name="object 909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0" name="object 910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1" name="object 911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2" name="object 912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3" name="object 913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4" name="object 914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5" name="object 915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6" name="object 916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7" name="object 917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8" name="object 918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9" name="object 919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0" name="object 920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1" name="object 921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2" name="object 922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3" name="object 923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4" name="object 924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5" name="object 925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6" name="object 926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7" name="object 927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8" name="object 928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9" name="object 929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0" name="object 930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1" name="object 931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2" name="object 932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3" name="object 933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4" name="object 934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5" name="object 935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6" name="object 936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7" name="object 937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8" name="object 938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9" name="object 939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0" name="object 940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1" name="object 941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2" name="object 942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3" name="object 943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4" name="object 944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5" name="object 945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6" name="object 946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7" name="object 947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8" name="object 948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9" name="object 949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0" name="object 950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1" name="object 951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2" name="object 952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3" name="object 953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4" name="object 954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5" name="object 955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6" name="object 956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7" name="object 957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8" name="object 958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9" name="object 959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0" name="object 960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1" name="object 961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2" name="object 962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3" name="object 963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4" name="object 964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5" name="object 965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6" name="object 966"/>
            <p:cNvSpPr/>
            <p:nvPr/>
          </p:nvSpPr>
          <p:spPr>
            <a:xfrm>
              <a:off x="2990011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7" name="object 967"/>
            <p:cNvSpPr/>
            <p:nvPr/>
          </p:nvSpPr>
          <p:spPr>
            <a:xfrm>
              <a:off x="2990021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8" name="object 968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9" name="object 969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0" name="object 970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1" name="object 971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2" name="object 972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3" name="object 973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4" name="object 974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5" name="object 975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6" name="object 976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7" name="object 977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8" name="object 978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9" name="object 979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0" name="object 980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1" name="object 981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2" name="object 982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3" name="object 983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4" name="object 984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5" name="object 985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6" name="object 986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7" name="object 987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8" name="object 988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9" name="object 989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0" name="object 990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1" name="object 991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2" name="object 992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3" name="object 993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4" name="object 994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5" name="object 995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6" name="object 996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7" name="object 997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8" name="object 998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9" name="object 999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3296805" y="187149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11" name="object 1011"/>
          <p:cNvGrpSpPr/>
          <p:nvPr/>
        </p:nvGrpSpPr>
        <p:grpSpPr>
          <a:xfrm>
            <a:off x="6944852" y="3818030"/>
            <a:ext cx="70468" cy="70468"/>
            <a:chOff x="2733406" y="1926691"/>
            <a:chExt cx="35560" cy="35560"/>
          </a:xfrm>
        </p:grpSpPr>
        <p:sp>
          <p:nvSpPr>
            <p:cNvPr id="1012" name="object 1012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14" name="object 1014"/>
          <p:cNvGrpSpPr/>
          <p:nvPr/>
        </p:nvGrpSpPr>
        <p:grpSpPr>
          <a:xfrm>
            <a:off x="7161169" y="4451518"/>
            <a:ext cx="70468" cy="70468"/>
            <a:chOff x="2842566" y="2246368"/>
            <a:chExt cx="35560" cy="35560"/>
          </a:xfrm>
        </p:grpSpPr>
        <p:sp>
          <p:nvSpPr>
            <p:cNvPr id="1015" name="object 1015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17" name="object 1017"/>
          <p:cNvGrpSpPr/>
          <p:nvPr/>
        </p:nvGrpSpPr>
        <p:grpSpPr>
          <a:xfrm>
            <a:off x="7740877" y="4337028"/>
            <a:ext cx="70468" cy="70468"/>
            <a:chOff x="3135104" y="2188593"/>
            <a:chExt cx="35560" cy="35560"/>
          </a:xfrm>
        </p:grpSpPr>
        <p:sp>
          <p:nvSpPr>
            <p:cNvPr id="1018" name="object 1018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20" name="object 1020"/>
          <p:cNvGrpSpPr/>
          <p:nvPr/>
        </p:nvGrpSpPr>
        <p:grpSpPr>
          <a:xfrm>
            <a:off x="8386860" y="3499514"/>
            <a:ext cx="1049463" cy="1433259"/>
            <a:chOff x="3461086" y="1765958"/>
            <a:chExt cx="529590" cy="723265"/>
          </a:xfrm>
        </p:grpSpPr>
        <p:sp>
          <p:nvSpPr>
            <p:cNvPr id="1021" name="object 1021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3670084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3957349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3788572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3670089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3754578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754578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3734060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3734060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3750017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3750018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3873655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3767000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3" name="object 1203"/>
          <p:cNvGrpSpPr/>
          <p:nvPr/>
        </p:nvGrpSpPr>
        <p:grpSpPr>
          <a:xfrm>
            <a:off x="8905409" y="3330609"/>
            <a:ext cx="148485" cy="83051"/>
            <a:chOff x="3722761" y="1680724"/>
            <a:chExt cx="74930" cy="41910"/>
          </a:xfrm>
        </p:grpSpPr>
        <p:sp>
          <p:nvSpPr>
            <p:cNvPr id="1204" name="object 1204"/>
            <p:cNvSpPr/>
            <p:nvPr/>
          </p:nvSpPr>
          <p:spPr>
            <a:xfrm>
              <a:off x="3725292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3725292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8" name="object 1208"/>
          <p:cNvGrpSpPr/>
          <p:nvPr/>
        </p:nvGrpSpPr>
        <p:grpSpPr>
          <a:xfrm>
            <a:off x="8580691" y="4781007"/>
            <a:ext cx="186236" cy="161069"/>
            <a:chOff x="3558899" y="2412638"/>
            <a:chExt cx="93980" cy="81280"/>
          </a:xfrm>
        </p:grpSpPr>
        <p:sp>
          <p:nvSpPr>
            <p:cNvPr id="1209" name="object 1209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5" name="object 1215"/>
          <p:cNvGrpSpPr/>
          <p:nvPr/>
        </p:nvGrpSpPr>
        <p:grpSpPr>
          <a:xfrm>
            <a:off x="9531317" y="4473288"/>
            <a:ext cx="70468" cy="70468"/>
            <a:chOff x="4038613" y="2257354"/>
            <a:chExt cx="35560" cy="35560"/>
          </a:xfrm>
        </p:grpSpPr>
        <p:sp>
          <p:nvSpPr>
            <p:cNvPr id="1216" name="object 1216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8" name="object 1218"/>
          <p:cNvGrpSpPr/>
          <p:nvPr/>
        </p:nvGrpSpPr>
        <p:grpSpPr>
          <a:xfrm>
            <a:off x="8650592" y="5071426"/>
            <a:ext cx="70468" cy="70468"/>
            <a:chOff x="3594173" y="2559192"/>
            <a:chExt cx="35560" cy="35560"/>
          </a:xfrm>
        </p:grpSpPr>
        <p:sp>
          <p:nvSpPr>
            <p:cNvPr id="1219" name="object 1219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21" name="object 1221"/>
          <p:cNvGrpSpPr/>
          <p:nvPr/>
        </p:nvGrpSpPr>
        <p:grpSpPr>
          <a:xfrm>
            <a:off x="9684964" y="2321761"/>
            <a:ext cx="167360" cy="74243"/>
            <a:chOff x="4116147" y="1171629"/>
            <a:chExt cx="84455" cy="37465"/>
          </a:xfrm>
        </p:grpSpPr>
        <p:sp>
          <p:nvSpPr>
            <p:cNvPr id="1222" name="object 1222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26" name="object 1226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4223065426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21700" y="406078"/>
            <a:ext cx="1345175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Iteration</a:t>
            </a:r>
            <a:r>
              <a:rPr sz="2081" b="1" spc="-119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3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1674" y="2401833"/>
            <a:ext cx="1736521" cy="1779305"/>
            <a:chOff x="380228" y="1212036"/>
            <a:chExt cx="876300" cy="897890"/>
          </a:xfrm>
        </p:grpSpPr>
        <p:sp>
          <p:nvSpPr>
            <p:cNvPr id="4" name="object 4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880783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880792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1187576" y="187149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7" name="object 197"/>
          <p:cNvGrpSpPr/>
          <p:nvPr/>
        </p:nvGrpSpPr>
        <p:grpSpPr>
          <a:xfrm>
            <a:off x="2765097" y="3818030"/>
            <a:ext cx="70468" cy="70468"/>
            <a:chOff x="624178" y="1926691"/>
            <a:chExt cx="35560" cy="35560"/>
          </a:xfrm>
        </p:grpSpPr>
        <p:sp>
          <p:nvSpPr>
            <p:cNvPr id="198" name="object 198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0" name="object 200"/>
          <p:cNvGrpSpPr/>
          <p:nvPr/>
        </p:nvGrpSpPr>
        <p:grpSpPr>
          <a:xfrm>
            <a:off x="2981413" y="4451518"/>
            <a:ext cx="70468" cy="70468"/>
            <a:chOff x="733337" y="2246368"/>
            <a:chExt cx="35560" cy="35560"/>
          </a:xfrm>
        </p:grpSpPr>
        <p:sp>
          <p:nvSpPr>
            <p:cNvPr id="201" name="object 201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3" name="object 203"/>
          <p:cNvGrpSpPr/>
          <p:nvPr/>
        </p:nvGrpSpPr>
        <p:grpSpPr>
          <a:xfrm>
            <a:off x="3561121" y="4337028"/>
            <a:ext cx="70468" cy="70468"/>
            <a:chOff x="1025875" y="2188593"/>
            <a:chExt cx="35560" cy="35560"/>
          </a:xfrm>
        </p:grpSpPr>
        <p:sp>
          <p:nvSpPr>
            <p:cNvPr id="204" name="object 204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6" name="object 206"/>
          <p:cNvGrpSpPr/>
          <p:nvPr/>
        </p:nvGrpSpPr>
        <p:grpSpPr>
          <a:xfrm>
            <a:off x="4207106" y="3499514"/>
            <a:ext cx="1049463" cy="1433259"/>
            <a:chOff x="1351858" y="1765958"/>
            <a:chExt cx="529590" cy="723265"/>
          </a:xfrm>
        </p:grpSpPr>
        <p:sp>
          <p:nvSpPr>
            <p:cNvPr id="207" name="object 207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1596721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1596721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1560855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1848121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1811667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1811667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1679343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1560861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1566727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1566727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1755623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1755623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1594074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1594074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1631839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1631839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1503273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1503273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1640789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1640789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1764426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1657771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1357391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1357391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1481397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1481397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object 384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object 385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7" name="object 387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8" name="object 388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89" name="object 389"/>
          <p:cNvGrpSpPr/>
          <p:nvPr/>
        </p:nvGrpSpPr>
        <p:grpSpPr>
          <a:xfrm>
            <a:off x="4042078" y="1861118"/>
            <a:ext cx="1331333" cy="1591811"/>
            <a:chOff x="1268580" y="939175"/>
            <a:chExt cx="671830" cy="803275"/>
          </a:xfrm>
        </p:grpSpPr>
        <p:sp>
          <p:nvSpPr>
            <p:cNvPr id="390" name="object 390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object 392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object 393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5" name="object 395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6" name="object 396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object 398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object 399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1675091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object 401"/>
            <p:cNvSpPr/>
            <p:nvPr/>
          </p:nvSpPr>
          <p:spPr>
            <a:xfrm>
              <a:off x="1675091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object 402"/>
            <p:cNvSpPr/>
            <p:nvPr/>
          </p:nvSpPr>
          <p:spPr>
            <a:xfrm>
              <a:off x="1657754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1657754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1641266" y="1257205"/>
              <a:ext cx="26670" cy="30480"/>
            </a:xfrm>
            <a:custGeom>
              <a:avLst/>
              <a:gdLst/>
              <a:ahLst/>
              <a:cxnLst/>
              <a:rect l="l" t="t" r="r" b="b"/>
              <a:pathLst>
                <a:path w="26669" h="30480">
                  <a:moveTo>
                    <a:pt x="0" y="30366"/>
                  </a:moveTo>
                  <a:lnTo>
                    <a:pt x="26257" y="30366"/>
                  </a:lnTo>
                  <a:lnTo>
                    <a:pt x="26257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1580715" y="1320001"/>
              <a:ext cx="30480" cy="13970"/>
            </a:xfrm>
            <a:custGeom>
              <a:avLst/>
              <a:gdLst/>
              <a:ahLst/>
              <a:cxnLst/>
              <a:rect l="l" t="t" r="r" b="b"/>
              <a:pathLst>
                <a:path w="30480" h="13969">
                  <a:moveTo>
                    <a:pt x="0" y="13816"/>
                  </a:moveTo>
                  <a:lnTo>
                    <a:pt x="30366" y="13816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381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1580715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1665863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1665863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1699622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1699622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1576463" y="1274364"/>
              <a:ext cx="1905" cy="30480"/>
            </a:xfrm>
            <a:custGeom>
              <a:avLst/>
              <a:gdLst/>
              <a:ahLst/>
              <a:cxnLst/>
              <a:rect l="l" t="t" r="r" b="b"/>
              <a:pathLst>
                <a:path w="1905" h="30480">
                  <a:moveTo>
                    <a:pt x="0" y="30366"/>
                  </a:moveTo>
                  <a:lnTo>
                    <a:pt x="1540" y="30366"/>
                  </a:lnTo>
                  <a:lnTo>
                    <a:pt x="1540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1695084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1695084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7094"/>
                  </a:lnTo>
                  <a:lnTo>
                    <a:pt x="0" y="30378"/>
                  </a:lnTo>
                  <a:lnTo>
                    <a:pt x="30365" y="30378"/>
                  </a:lnTo>
                  <a:lnTo>
                    <a:pt x="30365" y="1709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1729651" y="10025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4914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491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1536008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1536008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1631092" y="1161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1631092" y="11615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1512310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1512310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1560093" y="1294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25603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5603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1466848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1466848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1571673" y="143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1571673" y="143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1606639" y="1320001"/>
              <a:ext cx="30480" cy="27305"/>
            </a:xfrm>
            <a:custGeom>
              <a:avLst/>
              <a:gdLst/>
              <a:ahLst/>
              <a:cxnLst/>
              <a:rect l="l" t="t" r="r" b="b"/>
              <a:pathLst>
                <a:path w="30480" h="27305">
                  <a:moveTo>
                    <a:pt x="0" y="27281"/>
                  </a:moveTo>
                  <a:lnTo>
                    <a:pt x="30366" y="27281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2728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1" name="object 581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2" name="object 582"/>
            <p:cNvSpPr/>
            <p:nvPr/>
          </p:nvSpPr>
          <p:spPr>
            <a:xfrm>
              <a:off x="1742003" y="94423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3" name="object 583"/>
            <p:cNvSpPr/>
            <p:nvPr/>
          </p:nvSpPr>
          <p:spPr>
            <a:xfrm>
              <a:off x="1742003" y="94423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1578003" y="1256738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1578003" y="1256738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6" name="object 586"/>
          <p:cNvGrpSpPr/>
          <p:nvPr/>
        </p:nvGrpSpPr>
        <p:grpSpPr>
          <a:xfrm>
            <a:off x="4400937" y="4781007"/>
            <a:ext cx="186236" cy="161069"/>
            <a:chOff x="1449671" y="2412638"/>
            <a:chExt cx="93980" cy="81280"/>
          </a:xfrm>
        </p:grpSpPr>
        <p:sp>
          <p:nvSpPr>
            <p:cNvPr id="587" name="object 587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8" name="object 588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9" name="object 589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0" name="object 590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1" name="object 591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2" name="object 592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3" name="object 593"/>
          <p:cNvGrpSpPr/>
          <p:nvPr/>
        </p:nvGrpSpPr>
        <p:grpSpPr>
          <a:xfrm>
            <a:off x="5351563" y="4473288"/>
            <a:ext cx="70468" cy="70468"/>
            <a:chOff x="1929385" y="2257354"/>
            <a:chExt cx="35560" cy="35560"/>
          </a:xfrm>
        </p:grpSpPr>
        <p:sp>
          <p:nvSpPr>
            <p:cNvPr id="594" name="object 594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5" name="object 595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6" name="object 596"/>
          <p:cNvGrpSpPr/>
          <p:nvPr/>
        </p:nvGrpSpPr>
        <p:grpSpPr>
          <a:xfrm>
            <a:off x="4470836" y="5071426"/>
            <a:ext cx="70468" cy="70468"/>
            <a:chOff x="1484944" y="2559192"/>
            <a:chExt cx="35560" cy="35560"/>
          </a:xfrm>
        </p:grpSpPr>
        <p:sp>
          <p:nvSpPr>
            <p:cNvPr id="597" name="object 597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8" name="object 598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9" name="object 599"/>
          <p:cNvGrpSpPr/>
          <p:nvPr/>
        </p:nvGrpSpPr>
        <p:grpSpPr>
          <a:xfrm>
            <a:off x="4659207" y="1928406"/>
            <a:ext cx="70468" cy="70468"/>
            <a:chOff x="1580002" y="973131"/>
            <a:chExt cx="35560" cy="35560"/>
          </a:xfrm>
        </p:grpSpPr>
        <p:sp>
          <p:nvSpPr>
            <p:cNvPr id="600" name="object 600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1" name="object 601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2" name="object 602"/>
          <p:cNvGrpSpPr/>
          <p:nvPr/>
        </p:nvGrpSpPr>
        <p:grpSpPr>
          <a:xfrm>
            <a:off x="5505207" y="2321761"/>
            <a:ext cx="167360" cy="74243"/>
            <a:chOff x="2006918" y="1171629"/>
            <a:chExt cx="84455" cy="37465"/>
          </a:xfrm>
        </p:grpSpPr>
        <p:sp>
          <p:nvSpPr>
            <p:cNvPr id="603" name="object 603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4" name="object 604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5" name="object 605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6" name="object 606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7" name="object 607"/>
          <p:cNvGrpSpPr/>
          <p:nvPr/>
        </p:nvGrpSpPr>
        <p:grpSpPr>
          <a:xfrm>
            <a:off x="4419963" y="1785698"/>
            <a:ext cx="70468" cy="70468"/>
            <a:chOff x="1459272" y="901116"/>
            <a:chExt cx="35560" cy="35560"/>
          </a:xfrm>
        </p:grpSpPr>
        <p:sp>
          <p:nvSpPr>
            <p:cNvPr id="608" name="object 608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9" name="object 609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0" name="object 610"/>
          <p:cNvGrpSpPr/>
          <p:nvPr/>
        </p:nvGrpSpPr>
        <p:grpSpPr>
          <a:xfrm>
            <a:off x="4130661" y="2730807"/>
            <a:ext cx="70468" cy="70468"/>
            <a:chOff x="1313282" y="1378046"/>
            <a:chExt cx="35560" cy="35560"/>
          </a:xfrm>
        </p:grpSpPr>
        <p:sp>
          <p:nvSpPr>
            <p:cNvPr id="611" name="object 611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2" name="object 612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3" name="object 613"/>
          <p:cNvGrpSpPr/>
          <p:nvPr/>
        </p:nvGrpSpPr>
        <p:grpSpPr>
          <a:xfrm>
            <a:off x="5434782" y="1686556"/>
            <a:ext cx="70468" cy="70468"/>
            <a:chOff x="1971380" y="851086"/>
            <a:chExt cx="35560" cy="35560"/>
          </a:xfrm>
        </p:grpSpPr>
        <p:sp>
          <p:nvSpPr>
            <p:cNvPr id="614" name="object 614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5" name="object 615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6" name="object 616"/>
          <p:cNvGrpSpPr/>
          <p:nvPr/>
        </p:nvGrpSpPr>
        <p:grpSpPr>
          <a:xfrm>
            <a:off x="8838964" y="1928406"/>
            <a:ext cx="70468" cy="70468"/>
            <a:chOff x="3689231" y="973131"/>
            <a:chExt cx="35560" cy="35560"/>
          </a:xfrm>
        </p:grpSpPr>
        <p:sp>
          <p:nvSpPr>
            <p:cNvPr id="617" name="object 617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8" name="object 618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9" name="object 619"/>
          <p:cNvGrpSpPr/>
          <p:nvPr/>
        </p:nvGrpSpPr>
        <p:grpSpPr>
          <a:xfrm>
            <a:off x="8221832" y="1888099"/>
            <a:ext cx="1331333" cy="1565386"/>
            <a:chOff x="3377808" y="952791"/>
            <a:chExt cx="671830" cy="789940"/>
          </a:xfrm>
        </p:grpSpPr>
        <p:sp>
          <p:nvSpPr>
            <p:cNvPr id="620" name="object 620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1" name="object 621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2" name="object 622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3" name="object 623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4" name="object 624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5" name="object 625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6" name="object 626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7" name="object 627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8" name="object 628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9" name="object 629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0" name="object 630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1" name="object 631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2" name="object 632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3" name="object 633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4" name="object 634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5" name="object 635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6" name="object 636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7" name="object 637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8" name="object 638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9" name="object 639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0" name="object 640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1" name="object 641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2" name="object 642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3" name="object 643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4" name="object 644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5" name="object 645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6" name="object 646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7" name="object 647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8" name="object 648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9" name="object 649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0" name="object 650"/>
            <p:cNvSpPr/>
            <p:nvPr/>
          </p:nvSpPr>
          <p:spPr>
            <a:xfrm>
              <a:off x="3766983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1" name="object 651"/>
            <p:cNvSpPr/>
            <p:nvPr/>
          </p:nvSpPr>
          <p:spPr>
            <a:xfrm>
              <a:off x="3766983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2" name="object 652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3" name="object 653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4" name="object 654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5" name="object 655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6" name="object 656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7" name="object 657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8" name="object 658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9" name="object 659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0" name="object 660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1" name="object 661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2" name="object 662"/>
            <p:cNvSpPr/>
            <p:nvPr/>
          </p:nvSpPr>
          <p:spPr>
            <a:xfrm>
              <a:off x="3746387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3" name="object 663"/>
            <p:cNvSpPr/>
            <p:nvPr/>
          </p:nvSpPr>
          <p:spPr>
            <a:xfrm>
              <a:off x="3746387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4" name="object 664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5" name="object 665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6" name="object 666"/>
            <p:cNvSpPr/>
            <p:nvPr/>
          </p:nvSpPr>
          <p:spPr>
            <a:xfrm>
              <a:off x="3689934" y="13034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2679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679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7" name="object 667"/>
            <p:cNvSpPr/>
            <p:nvPr/>
          </p:nvSpPr>
          <p:spPr>
            <a:xfrm>
              <a:off x="3689944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8" name="object 668"/>
            <p:cNvSpPr/>
            <p:nvPr/>
          </p:nvSpPr>
          <p:spPr>
            <a:xfrm>
              <a:off x="3587254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9" name="object 669"/>
            <p:cNvSpPr/>
            <p:nvPr/>
          </p:nvSpPr>
          <p:spPr>
            <a:xfrm>
              <a:off x="3587254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0" name="object 670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1" name="object 671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2" name="object 672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3" name="object 673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4" name="object 674"/>
            <p:cNvSpPr/>
            <p:nvPr/>
          </p:nvSpPr>
          <p:spPr>
            <a:xfrm>
              <a:off x="3662540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5" name="object 675"/>
            <p:cNvSpPr/>
            <p:nvPr/>
          </p:nvSpPr>
          <p:spPr>
            <a:xfrm>
              <a:off x="3662540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6" name="object 676"/>
            <p:cNvSpPr/>
            <p:nvPr/>
          </p:nvSpPr>
          <p:spPr>
            <a:xfrm>
              <a:off x="3624368" y="1339090"/>
              <a:ext cx="27940" cy="30480"/>
            </a:xfrm>
            <a:custGeom>
              <a:avLst/>
              <a:gdLst/>
              <a:ahLst/>
              <a:cxnLst/>
              <a:rect l="l" t="t" r="r" b="b"/>
              <a:pathLst>
                <a:path w="27939" h="30480">
                  <a:moveTo>
                    <a:pt x="0" y="30366"/>
                  </a:moveTo>
                  <a:lnTo>
                    <a:pt x="27759" y="30366"/>
                  </a:lnTo>
                  <a:lnTo>
                    <a:pt x="2775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7" name="object 677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8" name="object 678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9" name="object 679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0" name="object 680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1" name="object 681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2" name="object 682"/>
            <p:cNvSpPr/>
            <p:nvPr/>
          </p:nvSpPr>
          <p:spPr>
            <a:xfrm>
              <a:off x="3775091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3" name="object 683"/>
            <p:cNvSpPr/>
            <p:nvPr/>
          </p:nvSpPr>
          <p:spPr>
            <a:xfrm>
              <a:off x="3775091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4" name="object 684"/>
            <p:cNvSpPr/>
            <p:nvPr/>
          </p:nvSpPr>
          <p:spPr>
            <a:xfrm>
              <a:off x="3759615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5" name="object 685"/>
            <p:cNvSpPr/>
            <p:nvPr/>
          </p:nvSpPr>
          <p:spPr>
            <a:xfrm>
              <a:off x="3759615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6" name="object 686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7" name="object 687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8" name="object 688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9" name="object 689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0" name="object 690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1" name="object 691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2" name="object 692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3" name="object 693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4" name="object 694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5" name="object 695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6" name="object 696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7" name="object 697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8" name="object 698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9" name="object 699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0" name="object 700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1" name="object 701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2" name="object 702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3" name="object 703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4" name="object 704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5" name="object 705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6" name="object 706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7" name="object 707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8" name="object 708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9" name="object 709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0" name="object 710"/>
            <p:cNvSpPr/>
            <p:nvPr/>
          </p:nvSpPr>
          <p:spPr>
            <a:xfrm>
              <a:off x="3630028" y="1278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27305"/>
                  </a:lnTo>
                  <a:lnTo>
                    <a:pt x="0" y="30378"/>
                  </a:lnTo>
                  <a:lnTo>
                    <a:pt x="30365" y="30378"/>
                  </a:lnTo>
                  <a:lnTo>
                    <a:pt x="30365" y="27305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1" name="object 711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2" name="object 712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3" name="object 713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4" name="object 714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5" name="object 715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6" name="object 716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7" name="object 717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8" name="object 718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9" name="object 719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0" name="object 720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1" name="object 721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2" name="object 722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3" name="object 723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4" name="object 724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5" name="object 725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6" name="object 726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7" name="object 727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8" name="object 728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9" name="object 729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0" name="object 730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1" name="object 731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2" name="object 732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3" name="object 733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4" name="object 734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5" name="object 735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6" name="object 736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7" name="object 737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8" name="object 738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9" name="object 739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0" name="object 740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1" name="object 741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2" name="object 742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3" name="object 743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4" name="object 744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5" name="object 745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6" name="object 746"/>
            <p:cNvSpPr/>
            <p:nvPr/>
          </p:nvSpPr>
          <p:spPr>
            <a:xfrm>
              <a:off x="3740321" y="1161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7" name="object 747"/>
            <p:cNvSpPr/>
            <p:nvPr/>
          </p:nvSpPr>
          <p:spPr>
            <a:xfrm>
              <a:off x="3740321" y="1161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8" name="object 748"/>
            <p:cNvSpPr/>
            <p:nvPr/>
          </p:nvSpPr>
          <p:spPr>
            <a:xfrm>
              <a:off x="3644838" y="1319975"/>
              <a:ext cx="7620" cy="30480"/>
            </a:xfrm>
            <a:custGeom>
              <a:avLst/>
              <a:gdLst/>
              <a:ahLst/>
              <a:cxnLst/>
              <a:rect l="l" t="t" r="r" b="b"/>
              <a:pathLst>
                <a:path w="7620" h="30480">
                  <a:moveTo>
                    <a:pt x="0" y="30366"/>
                  </a:moveTo>
                  <a:lnTo>
                    <a:pt x="7288" y="30366"/>
                  </a:lnTo>
                  <a:lnTo>
                    <a:pt x="7288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9" name="object 749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0" name="object 750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1" name="object 751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2" name="object 752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3" name="object 753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4" name="object 754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5" name="object 755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6" name="object 756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7" name="object 757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8" name="object 758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9" name="object 759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0" name="object 760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1" name="object 761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2" name="object 762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3" name="object 763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4" name="object 764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5" name="object 765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6" name="object 766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7" name="object 767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8" name="object 768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9" name="object 769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0" name="object 770"/>
            <p:cNvSpPr/>
            <p:nvPr/>
          </p:nvSpPr>
          <p:spPr>
            <a:xfrm>
              <a:off x="3710544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1" name="object 771"/>
            <p:cNvSpPr/>
            <p:nvPr/>
          </p:nvSpPr>
          <p:spPr>
            <a:xfrm>
              <a:off x="3710544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2" name="object 772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3" name="object 773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4" name="object 774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5" name="object 775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6" name="object 776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7" name="object 777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8" name="object 778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9" name="object 779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0" name="object 780"/>
            <p:cNvSpPr/>
            <p:nvPr/>
          </p:nvSpPr>
          <p:spPr>
            <a:xfrm>
              <a:off x="3725291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1" name="object 781"/>
            <p:cNvSpPr/>
            <p:nvPr/>
          </p:nvSpPr>
          <p:spPr>
            <a:xfrm>
              <a:off x="3725291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2" name="object 782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3" name="object 783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4" name="object 784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5" name="object 785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6" name="object 786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7" name="object 787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8" name="object 788"/>
            <p:cNvSpPr/>
            <p:nvPr/>
          </p:nvSpPr>
          <p:spPr>
            <a:xfrm>
              <a:off x="3669326" y="1294408"/>
              <a:ext cx="30480" cy="12065"/>
            </a:xfrm>
            <a:custGeom>
              <a:avLst/>
              <a:gdLst/>
              <a:ahLst/>
              <a:cxnLst/>
              <a:rect l="l" t="t" r="r" b="b"/>
              <a:pathLst>
                <a:path w="30479" h="12065">
                  <a:moveTo>
                    <a:pt x="0" y="11731"/>
                  </a:moveTo>
                  <a:lnTo>
                    <a:pt x="30366" y="11731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173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9" name="object 789"/>
            <p:cNvSpPr/>
            <p:nvPr/>
          </p:nvSpPr>
          <p:spPr>
            <a:xfrm>
              <a:off x="3669326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0" name="object 790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1" name="object 791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2" name="object 792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3" name="object 793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4" name="object 794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5" name="object 795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6" name="object 796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7" name="object 797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8" name="object 798"/>
            <p:cNvSpPr/>
            <p:nvPr/>
          </p:nvSpPr>
          <p:spPr>
            <a:xfrm>
              <a:off x="3680902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9" name="object 799"/>
            <p:cNvSpPr/>
            <p:nvPr/>
          </p:nvSpPr>
          <p:spPr>
            <a:xfrm>
              <a:off x="3680902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0" name="object 800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1" name="object 801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2" name="object 802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3" name="object 803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4" name="object 804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5" name="object 805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6" name="object 806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7" name="object 807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8" name="object 808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9" name="object 809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0" name="object 810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1" name="object 811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2" name="object 812"/>
            <p:cNvSpPr/>
            <p:nvPr/>
          </p:nvSpPr>
          <p:spPr>
            <a:xfrm>
              <a:off x="3869142" y="101792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3" name="object 813"/>
            <p:cNvSpPr/>
            <p:nvPr/>
          </p:nvSpPr>
          <p:spPr>
            <a:xfrm>
              <a:off x="3652127" y="130613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4" name="object 814"/>
            <p:cNvSpPr/>
            <p:nvPr/>
          </p:nvSpPr>
          <p:spPr>
            <a:xfrm>
              <a:off x="3652127" y="1306139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5" name="object 815"/>
          <p:cNvGrpSpPr/>
          <p:nvPr/>
        </p:nvGrpSpPr>
        <p:grpSpPr>
          <a:xfrm>
            <a:off x="9684964" y="2321761"/>
            <a:ext cx="167360" cy="74243"/>
            <a:chOff x="4116147" y="1171629"/>
            <a:chExt cx="84455" cy="37465"/>
          </a:xfrm>
        </p:grpSpPr>
        <p:sp>
          <p:nvSpPr>
            <p:cNvPr id="816" name="object 816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7" name="object 817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8" name="object 818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9" name="object 819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20" name="object 820"/>
          <p:cNvGrpSpPr/>
          <p:nvPr/>
        </p:nvGrpSpPr>
        <p:grpSpPr>
          <a:xfrm>
            <a:off x="8599719" y="1785698"/>
            <a:ext cx="70468" cy="70468"/>
            <a:chOff x="3568501" y="901116"/>
            <a:chExt cx="35560" cy="35560"/>
          </a:xfrm>
        </p:grpSpPr>
        <p:sp>
          <p:nvSpPr>
            <p:cNvPr id="821" name="object 821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2" name="object 822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23" name="object 823"/>
          <p:cNvGrpSpPr/>
          <p:nvPr/>
        </p:nvGrpSpPr>
        <p:grpSpPr>
          <a:xfrm>
            <a:off x="9614537" y="1686556"/>
            <a:ext cx="70468" cy="70468"/>
            <a:chOff x="4080608" y="851086"/>
            <a:chExt cx="35560" cy="35560"/>
          </a:xfrm>
        </p:grpSpPr>
        <p:sp>
          <p:nvSpPr>
            <p:cNvPr id="824" name="object 824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5" name="object 825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26" name="object 826"/>
          <p:cNvGrpSpPr/>
          <p:nvPr/>
        </p:nvGrpSpPr>
        <p:grpSpPr>
          <a:xfrm>
            <a:off x="6461429" y="2401833"/>
            <a:ext cx="1713869" cy="1779305"/>
            <a:chOff x="2489456" y="1212036"/>
            <a:chExt cx="864869" cy="897890"/>
          </a:xfrm>
        </p:grpSpPr>
        <p:sp>
          <p:nvSpPr>
            <p:cNvPr id="827" name="object 827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8" name="object 828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9" name="object 829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0" name="object 830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1" name="object 831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2" name="object 832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3" name="object 833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4" name="object 834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5" name="object 835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6" name="object 836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7" name="object 837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8" name="object 838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9" name="object 839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0" name="object 840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1" name="object 841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2" name="object 842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3" name="object 843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4" name="object 844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5" name="object 845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6" name="object 846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7" name="object 847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8" name="object 848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9" name="object 849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0" name="object 850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1" name="object 851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2" name="object 852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3" name="object 853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4" name="object 854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5" name="object 855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6" name="object 856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7" name="object 857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8" name="object 858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9" name="object 859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0" name="object 860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1" name="object 861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2" name="object 862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3" name="object 863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4" name="object 864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5" name="object 865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6" name="object 866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7" name="object 867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8" name="object 868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9" name="object 869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0" name="object 870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1" name="object 871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2" name="object 872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3" name="object 873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4" name="object 874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5" name="object 875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6" name="object 876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7" name="object 877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8" name="object 878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9" name="object 879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0" name="object 880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1" name="object 881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2" name="object 882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3" name="object 883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4" name="object 884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5" name="object 885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6" name="object 886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7" name="object 887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8" name="object 888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9" name="object 889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0" name="object 890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1" name="object 891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2" name="object 892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3" name="object 893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4" name="object 894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5" name="object 895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6" name="object 896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7" name="object 897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8" name="object 898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9" name="object 899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0" name="object 900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1" name="object 901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2" name="object 902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3" name="object 903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4" name="object 904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5" name="object 905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6" name="object 906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7" name="object 907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8" name="object 908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9" name="object 909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0" name="object 910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1" name="object 911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2" name="object 912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3" name="object 913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4" name="object 914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5" name="object 915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6" name="object 916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7" name="object 917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8" name="object 918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9" name="object 919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0" name="object 920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1" name="object 921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2" name="object 922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3" name="object 923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4" name="object 924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5" name="object 925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6" name="object 926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7" name="object 927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8" name="object 928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9" name="object 929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0" name="object 930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1" name="object 931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2" name="object 932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3" name="object 933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4" name="object 934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5" name="object 935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6" name="object 936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7" name="object 937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8" name="object 938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9" name="object 939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0" name="object 940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1" name="object 941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2" name="object 942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3" name="object 943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4" name="object 944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5" name="object 945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6" name="object 946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7" name="object 947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8" name="object 948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9" name="object 949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0" name="object 950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1" name="object 951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2" name="object 952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3" name="object 953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4" name="object 954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5" name="object 955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6" name="object 956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7" name="object 957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8" name="object 958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9" name="object 959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0" name="object 960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1" name="object 961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2" name="object 962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3" name="object 963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4" name="object 964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5" name="object 965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6" name="object 966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7" name="object 967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8" name="object 968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9" name="object 969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0" name="object 970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1" name="object 971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2" name="object 972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3" name="object 973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4" name="object 974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5" name="object 975"/>
            <p:cNvSpPr/>
            <p:nvPr/>
          </p:nvSpPr>
          <p:spPr>
            <a:xfrm>
              <a:off x="2990011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6" name="object 976"/>
            <p:cNvSpPr/>
            <p:nvPr/>
          </p:nvSpPr>
          <p:spPr>
            <a:xfrm>
              <a:off x="2990021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7" name="object 977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8" name="object 978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9" name="object 979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0" name="object 980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1" name="object 981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2" name="object 982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3" name="object 983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4" name="object 984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5" name="object 985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6" name="object 986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7" name="object 987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8" name="object 988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9" name="object 989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0" name="object 990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1" name="object 991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2" name="object 992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3" name="object 993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4" name="object 994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5" name="object 995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6" name="object 996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7" name="object 997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8" name="object 998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9" name="object 999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3285623" y="188452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20" name="object 1020"/>
          <p:cNvGrpSpPr/>
          <p:nvPr/>
        </p:nvGrpSpPr>
        <p:grpSpPr>
          <a:xfrm>
            <a:off x="6944852" y="3818030"/>
            <a:ext cx="70468" cy="70468"/>
            <a:chOff x="2733406" y="1926691"/>
            <a:chExt cx="35560" cy="35560"/>
          </a:xfrm>
        </p:grpSpPr>
        <p:sp>
          <p:nvSpPr>
            <p:cNvPr id="1021" name="object 1021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23" name="object 1023"/>
          <p:cNvGrpSpPr/>
          <p:nvPr/>
        </p:nvGrpSpPr>
        <p:grpSpPr>
          <a:xfrm>
            <a:off x="7161169" y="4451518"/>
            <a:ext cx="70468" cy="70468"/>
            <a:chOff x="2842566" y="2246368"/>
            <a:chExt cx="35560" cy="35560"/>
          </a:xfrm>
        </p:grpSpPr>
        <p:sp>
          <p:nvSpPr>
            <p:cNvPr id="1024" name="object 1024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26" name="object 1026"/>
          <p:cNvGrpSpPr/>
          <p:nvPr/>
        </p:nvGrpSpPr>
        <p:grpSpPr>
          <a:xfrm>
            <a:off x="7740877" y="4337028"/>
            <a:ext cx="70468" cy="70468"/>
            <a:chOff x="3135104" y="2188593"/>
            <a:chExt cx="35560" cy="35560"/>
          </a:xfrm>
        </p:grpSpPr>
        <p:sp>
          <p:nvSpPr>
            <p:cNvPr id="1027" name="object 1027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29" name="object 1029"/>
          <p:cNvGrpSpPr/>
          <p:nvPr/>
        </p:nvGrpSpPr>
        <p:grpSpPr>
          <a:xfrm>
            <a:off x="8386860" y="3499514"/>
            <a:ext cx="1049463" cy="1433259"/>
            <a:chOff x="3461086" y="1765958"/>
            <a:chExt cx="529590" cy="723265"/>
          </a:xfrm>
        </p:grpSpPr>
        <p:sp>
          <p:nvSpPr>
            <p:cNvPr id="1030" name="object 1030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3670084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3957349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788572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3670089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3754578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3754578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3734060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3734060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3750017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3750018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3873655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3767000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2" name="object 1212"/>
          <p:cNvGrpSpPr/>
          <p:nvPr/>
        </p:nvGrpSpPr>
        <p:grpSpPr>
          <a:xfrm>
            <a:off x="8580691" y="4781007"/>
            <a:ext cx="186236" cy="161069"/>
            <a:chOff x="3558899" y="2412638"/>
            <a:chExt cx="93980" cy="81280"/>
          </a:xfrm>
        </p:grpSpPr>
        <p:sp>
          <p:nvSpPr>
            <p:cNvPr id="1213" name="object 1213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9" name="object 1219"/>
          <p:cNvGrpSpPr/>
          <p:nvPr/>
        </p:nvGrpSpPr>
        <p:grpSpPr>
          <a:xfrm>
            <a:off x="9531317" y="4473288"/>
            <a:ext cx="70468" cy="70468"/>
            <a:chOff x="4038613" y="2257354"/>
            <a:chExt cx="35560" cy="35560"/>
          </a:xfrm>
        </p:grpSpPr>
        <p:sp>
          <p:nvSpPr>
            <p:cNvPr id="1220" name="object 1220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22" name="object 1222"/>
          <p:cNvGrpSpPr/>
          <p:nvPr/>
        </p:nvGrpSpPr>
        <p:grpSpPr>
          <a:xfrm>
            <a:off x="8650592" y="5071426"/>
            <a:ext cx="70468" cy="70468"/>
            <a:chOff x="3594173" y="2559192"/>
            <a:chExt cx="35560" cy="35560"/>
          </a:xfrm>
        </p:grpSpPr>
        <p:sp>
          <p:nvSpPr>
            <p:cNvPr id="1223" name="object 1223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25" name="object 1225"/>
          <p:cNvGrpSpPr/>
          <p:nvPr/>
        </p:nvGrpSpPr>
        <p:grpSpPr>
          <a:xfrm>
            <a:off x="8310416" y="2730807"/>
            <a:ext cx="70468" cy="70468"/>
            <a:chOff x="3422510" y="1378046"/>
            <a:chExt cx="35560" cy="35560"/>
          </a:xfrm>
        </p:grpSpPr>
        <p:sp>
          <p:nvSpPr>
            <p:cNvPr id="1226" name="object 1226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28" name="object 1228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1114520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427" y="406078"/>
            <a:ext cx="1496177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Iteration</a:t>
            </a:r>
            <a:r>
              <a:rPr sz="2081" b="1" spc="-119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10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1674" y="2401833"/>
            <a:ext cx="1507502" cy="1779305"/>
            <a:chOff x="380228" y="1212036"/>
            <a:chExt cx="760730" cy="897890"/>
          </a:xfrm>
        </p:grpSpPr>
        <p:sp>
          <p:nvSpPr>
            <p:cNvPr id="4" name="object 4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5963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7156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57666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850550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99038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94535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04920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52933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853643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25803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13652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852703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822448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58329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855865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47235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728726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719503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16091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82706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689150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672546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01561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615045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606254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625970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585998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465138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508944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82397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574641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641982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673129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661474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725059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702164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746598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810703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991491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1016409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829343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821999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759906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840740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659537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656451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695392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752083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844598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1108060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68481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883943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698180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411267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465988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382758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491406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61183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1012080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940174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54537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1003540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820546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958499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753010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767276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4069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7751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895788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7169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705755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594813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768373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615120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880783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880792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1091744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8604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659294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740995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737266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709311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760424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802609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1094445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861095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1039513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1013480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936494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834211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833840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901552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989686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817248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993465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436953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596311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1053311" y="186789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97" name="object 197"/>
          <p:cNvGrpSpPr/>
          <p:nvPr/>
        </p:nvGrpSpPr>
        <p:grpSpPr>
          <a:xfrm>
            <a:off x="2765097" y="3818030"/>
            <a:ext cx="70468" cy="70468"/>
            <a:chOff x="624178" y="1926691"/>
            <a:chExt cx="35560" cy="35560"/>
          </a:xfrm>
        </p:grpSpPr>
        <p:sp>
          <p:nvSpPr>
            <p:cNvPr id="198" name="object 198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626708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0" name="object 200"/>
          <p:cNvGrpSpPr/>
          <p:nvPr/>
        </p:nvGrpSpPr>
        <p:grpSpPr>
          <a:xfrm>
            <a:off x="2981413" y="4451518"/>
            <a:ext cx="70468" cy="70468"/>
            <a:chOff x="733337" y="2246368"/>
            <a:chExt cx="35560" cy="35560"/>
          </a:xfrm>
        </p:grpSpPr>
        <p:sp>
          <p:nvSpPr>
            <p:cNvPr id="201" name="object 201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735868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3" name="object 203"/>
          <p:cNvGrpSpPr/>
          <p:nvPr/>
        </p:nvGrpSpPr>
        <p:grpSpPr>
          <a:xfrm>
            <a:off x="3561121" y="4337028"/>
            <a:ext cx="70468" cy="70468"/>
            <a:chOff x="1025875" y="2188593"/>
            <a:chExt cx="35560" cy="35560"/>
          </a:xfrm>
        </p:grpSpPr>
        <p:sp>
          <p:nvSpPr>
            <p:cNvPr id="204" name="object 204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1028406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06" name="object 206"/>
          <p:cNvGrpSpPr/>
          <p:nvPr/>
        </p:nvGrpSpPr>
        <p:grpSpPr>
          <a:xfrm>
            <a:off x="4042078" y="1888099"/>
            <a:ext cx="1331333" cy="3045204"/>
            <a:chOff x="1268580" y="952791"/>
            <a:chExt cx="671830" cy="1536700"/>
          </a:xfrm>
        </p:grpSpPr>
        <p:sp>
          <p:nvSpPr>
            <p:cNvPr id="207" name="object 207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1472098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1443246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1399220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1356310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1419986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1476272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1574545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1577430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1596720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1596720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1515816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1560855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1848121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1777091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1770210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1639114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1687062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1730554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1798620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1782272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1748447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1689548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1811667" y="20602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1811667" y="20602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1687149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1678593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1679343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1560861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1566726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1566726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1579335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1645349" y="199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1613663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1677495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1656426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1630211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1608409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1591479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1536559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1722956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1688229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1817355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1579570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1755623" y="22294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1755623" y="22294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1492643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1594074" y="20536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1594074" y="20536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1611355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1631838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1631838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1453785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1482841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1792572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1528919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1697267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1503272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1503272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1354388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1450431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1615021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1728315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1686520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1624831" y="2002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1449763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1623026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1579153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1624705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1714861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1601927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1535956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1640789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1640789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1764118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1718396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1718193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1806143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1754634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1641813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1768943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1764426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1657771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1690685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1577508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1670379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1357390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1357390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1649979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1561351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1740108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1642199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1606543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1771390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1481396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1481396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1754100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1730319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1578389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1665312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1484204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1441211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4" name="object 384"/>
            <p:cNvSpPr/>
            <p:nvPr/>
          </p:nvSpPr>
          <p:spPr>
            <a:xfrm>
              <a:off x="1513308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5" name="object 385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1751302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7" name="object 387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8" name="object 388"/>
            <p:cNvSpPr/>
            <p:nvPr/>
          </p:nvSpPr>
          <p:spPr>
            <a:xfrm>
              <a:off x="1439276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9" name="object 389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object 390"/>
            <p:cNvSpPr/>
            <p:nvPr/>
          </p:nvSpPr>
          <p:spPr>
            <a:xfrm>
              <a:off x="1291537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2" name="object 392"/>
            <p:cNvSpPr/>
            <p:nvPr/>
          </p:nvSpPr>
          <p:spPr>
            <a:xfrm>
              <a:off x="1478025" y="15304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3" name="object 393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1563529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5" name="object 395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6" name="object 396"/>
            <p:cNvSpPr/>
            <p:nvPr/>
          </p:nvSpPr>
          <p:spPr>
            <a:xfrm>
              <a:off x="1582876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8" name="object 398"/>
            <p:cNvSpPr/>
            <p:nvPr/>
          </p:nvSpPr>
          <p:spPr>
            <a:xfrm>
              <a:off x="1553311" y="1450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9" name="object 399"/>
            <p:cNvSpPr/>
            <p:nvPr/>
          </p:nvSpPr>
          <p:spPr>
            <a:xfrm>
              <a:off x="1675079" y="11772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78" y="0"/>
                  </a:moveTo>
                  <a:lnTo>
                    <a:pt x="0" y="0"/>
                  </a:lnTo>
                  <a:lnTo>
                    <a:pt x="0" y="28867"/>
                  </a:lnTo>
                  <a:lnTo>
                    <a:pt x="0" y="30365"/>
                  </a:lnTo>
                  <a:lnTo>
                    <a:pt x="30378" y="30365"/>
                  </a:lnTo>
                  <a:lnTo>
                    <a:pt x="30378" y="28867"/>
                  </a:lnTo>
                  <a:lnTo>
                    <a:pt x="3037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1657754" y="1173626"/>
              <a:ext cx="48260" cy="34290"/>
            </a:xfrm>
            <a:custGeom>
              <a:avLst/>
              <a:gdLst/>
              <a:ahLst/>
              <a:cxnLst/>
              <a:rect l="l" t="t" r="r" b="b"/>
              <a:pathLst>
                <a:path w="48260" h="34290">
                  <a:moveTo>
                    <a:pt x="47704" y="18793"/>
                  </a:moveTo>
                  <a:lnTo>
                    <a:pt x="47704" y="10407"/>
                  </a:lnTo>
                  <a:lnTo>
                    <a:pt x="40906" y="3609"/>
                  </a:lnTo>
                  <a:lnTo>
                    <a:pt x="32520" y="3609"/>
                  </a:lnTo>
                  <a:lnTo>
                    <a:pt x="24135" y="3609"/>
                  </a:lnTo>
                  <a:lnTo>
                    <a:pt x="17337" y="10407"/>
                  </a:lnTo>
                  <a:lnTo>
                    <a:pt x="17337" y="18793"/>
                  </a:lnTo>
                  <a:lnTo>
                    <a:pt x="17337" y="27178"/>
                  </a:lnTo>
                  <a:lnTo>
                    <a:pt x="24135" y="33976"/>
                  </a:lnTo>
                  <a:lnTo>
                    <a:pt x="32520" y="33976"/>
                  </a:lnTo>
                  <a:lnTo>
                    <a:pt x="40906" y="33976"/>
                  </a:lnTo>
                  <a:lnTo>
                    <a:pt x="47704" y="27178"/>
                  </a:lnTo>
                  <a:lnTo>
                    <a:pt x="47704" y="18793"/>
                  </a:lnTo>
                  <a:close/>
                </a:path>
                <a:path w="48260" h="3429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1" name="object 401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2" name="object 402"/>
            <p:cNvSpPr/>
            <p:nvPr/>
          </p:nvSpPr>
          <p:spPr>
            <a:xfrm>
              <a:off x="1590499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1720197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1677499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1577877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1576302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1637158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1522576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1580715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1580715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1515139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1674462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1672193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1610088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1408926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1665863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1665863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1650387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1699622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1699622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1419582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1411668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1453316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1680324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1516319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1343988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1735109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1532073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1672952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1327058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1388178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1520805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1416662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1485731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1578463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1576463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1907223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1832402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1863996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1761654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1413222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1695084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1695084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1541913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1843205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1425856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1818934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1763055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1445420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1525161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1713854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1647293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1342739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1779460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1547324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1335961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1729651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1663004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1769516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1536008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1536008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1535609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1645128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1901765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1805128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1437302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1677955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1516684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1636628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1363786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1568731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1601315" y="12190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1515009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1785886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1705680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1523656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1616063" y="1689561"/>
              <a:ext cx="30480" cy="1905"/>
            </a:xfrm>
            <a:custGeom>
              <a:avLst/>
              <a:gdLst/>
              <a:ahLst/>
              <a:cxnLst/>
              <a:rect l="l" t="t" r="r" b="b"/>
              <a:pathLst>
                <a:path w="30480" h="1905">
                  <a:moveTo>
                    <a:pt x="0" y="1748"/>
                  </a:moveTo>
                  <a:lnTo>
                    <a:pt x="30366" y="1748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74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1616063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1655515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1528845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1512310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1512310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1560097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1625265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1532893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1462592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1466848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1466848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1571673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1571673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1528225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1554847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1404314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1600513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1663047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1673768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1271110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1606639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1625512" y="114284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1625512" y="114284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1592412" y="169131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1592412" y="169131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1" name="object 581"/>
          <p:cNvGrpSpPr/>
          <p:nvPr/>
        </p:nvGrpSpPr>
        <p:grpSpPr>
          <a:xfrm>
            <a:off x="4400937" y="4781007"/>
            <a:ext cx="186236" cy="161069"/>
            <a:chOff x="1449671" y="2412638"/>
            <a:chExt cx="93980" cy="81280"/>
          </a:xfrm>
        </p:grpSpPr>
        <p:sp>
          <p:nvSpPr>
            <p:cNvPr id="582" name="object 582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3" name="object 583"/>
            <p:cNvSpPr/>
            <p:nvPr/>
          </p:nvSpPr>
          <p:spPr>
            <a:xfrm>
              <a:off x="1510280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1452201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6" name="object 586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7" name="object 587"/>
            <p:cNvSpPr/>
            <p:nvPr/>
          </p:nvSpPr>
          <p:spPr>
            <a:xfrm>
              <a:off x="1457425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88" name="object 588"/>
          <p:cNvGrpSpPr/>
          <p:nvPr/>
        </p:nvGrpSpPr>
        <p:grpSpPr>
          <a:xfrm>
            <a:off x="5351563" y="4473288"/>
            <a:ext cx="70468" cy="70468"/>
            <a:chOff x="1929385" y="2257354"/>
            <a:chExt cx="35560" cy="35560"/>
          </a:xfrm>
        </p:grpSpPr>
        <p:sp>
          <p:nvSpPr>
            <p:cNvPr id="589" name="object 589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0" name="object 590"/>
            <p:cNvSpPr/>
            <p:nvPr/>
          </p:nvSpPr>
          <p:spPr>
            <a:xfrm>
              <a:off x="1931915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1" name="object 591"/>
          <p:cNvGrpSpPr/>
          <p:nvPr/>
        </p:nvGrpSpPr>
        <p:grpSpPr>
          <a:xfrm>
            <a:off x="4470836" y="5071426"/>
            <a:ext cx="70468" cy="70468"/>
            <a:chOff x="1484944" y="2559192"/>
            <a:chExt cx="35560" cy="35560"/>
          </a:xfrm>
        </p:grpSpPr>
        <p:sp>
          <p:nvSpPr>
            <p:cNvPr id="592" name="object 592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3" name="object 593"/>
            <p:cNvSpPr/>
            <p:nvPr/>
          </p:nvSpPr>
          <p:spPr>
            <a:xfrm>
              <a:off x="1487475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4" name="object 594"/>
          <p:cNvGrpSpPr/>
          <p:nvPr/>
        </p:nvGrpSpPr>
        <p:grpSpPr>
          <a:xfrm>
            <a:off x="4659207" y="1928406"/>
            <a:ext cx="70468" cy="70468"/>
            <a:chOff x="1580002" y="973131"/>
            <a:chExt cx="35560" cy="35560"/>
          </a:xfrm>
        </p:grpSpPr>
        <p:sp>
          <p:nvSpPr>
            <p:cNvPr id="595" name="object 595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6" name="object 596"/>
            <p:cNvSpPr/>
            <p:nvPr/>
          </p:nvSpPr>
          <p:spPr>
            <a:xfrm>
              <a:off x="1582533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7" name="object 597"/>
          <p:cNvGrpSpPr/>
          <p:nvPr/>
        </p:nvGrpSpPr>
        <p:grpSpPr>
          <a:xfrm>
            <a:off x="5505207" y="2321761"/>
            <a:ext cx="167360" cy="74243"/>
            <a:chOff x="2006918" y="1171629"/>
            <a:chExt cx="84455" cy="37465"/>
          </a:xfrm>
        </p:grpSpPr>
        <p:sp>
          <p:nvSpPr>
            <p:cNvPr id="598" name="object 598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9" name="object 599"/>
            <p:cNvSpPr/>
            <p:nvPr/>
          </p:nvSpPr>
          <p:spPr>
            <a:xfrm>
              <a:off x="2058121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0" name="object 600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1" name="object 601"/>
            <p:cNvSpPr/>
            <p:nvPr/>
          </p:nvSpPr>
          <p:spPr>
            <a:xfrm>
              <a:off x="2009449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2" name="object 602"/>
          <p:cNvGrpSpPr/>
          <p:nvPr/>
        </p:nvGrpSpPr>
        <p:grpSpPr>
          <a:xfrm>
            <a:off x="4419963" y="1785698"/>
            <a:ext cx="70468" cy="70468"/>
            <a:chOff x="1459272" y="901116"/>
            <a:chExt cx="35560" cy="35560"/>
          </a:xfrm>
        </p:grpSpPr>
        <p:sp>
          <p:nvSpPr>
            <p:cNvPr id="603" name="object 603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4" name="object 604"/>
            <p:cNvSpPr/>
            <p:nvPr/>
          </p:nvSpPr>
          <p:spPr>
            <a:xfrm>
              <a:off x="1461803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5" name="object 605"/>
          <p:cNvGrpSpPr/>
          <p:nvPr/>
        </p:nvGrpSpPr>
        <p:grpSpPr>
          <a:xfrm>
            <a:off x="4130661" y="2730807"/>
            <a:ext cx="70468" cy="70468"/>
            <a:chOff x="1313282" y="1378046"/>
            <a:chExt cx="35560" cy="35560"/>
          </a:xfrm>
        </p:grpSpPr>
        <p:sp>
          <p:nvSpPr>
            <p:cNvPr id="606" name="object 606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7" name="object 607"/>
            <p:cNvSpPr/>
            <p:nvPr/>
          </p:nvSpPr>
          <p:spPr>
            <a:xfrm>
              <a:off x="1315812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8" name="object 608"/>
          <p:cNvGrpSpPr/>
          <p:nvPr/>
        </p:nvGrpSpPr>
        <p:grpSpPr>
          <a:xfrm>
            <a:off x="5434782" y="1686556"/>
            <a:ext cx="70468" cy="70468"/>
            <a:chOff x="1971380" y="851086"/>
            <a:chExt cx="35560" cy="35560"/>
          </a:xfrm>
        </p:grpSpPr>
        <p:sp>
          <p:nvSpPr>
            <p:cNvPr id="609" name="object 609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0" name="object 610"/>
            <p:cNvSpPr/>
            <p:nvPr/>
          </p:nvSpPr>
          <p:spPr>
            <a:xfrm>
              <a:off x="1973910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1" name="object 611"/>
          <p:cNvGrpSpPr/>
          <p:nvPr/>
        </p:nvGrpSpPr>
        <p:grpSpPr>
          <a:xfrm>
            <a:off x="8221832" y="1888099"/>
            <a:ext cx="1331333" cy="1565386"/>
            <a:chOff x="3377808" y="952791"/>
            <a:chExt cx="671830" cy="789940"/>
          </a:xfrm>
        </p:grpSpPr>
        <p:sp>
          <p:nvSpPr>
            <p:cNvPr id="612" name="object 612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3" name="object 613"/>
            <p:cNvSpPr/>
            <p:nvPr/>
          </p:nvSpPr>
          <p:spPr>
            <a:xfrm>
              <a:off x="3784320" y="11772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4" name="object 614"/>
            <p:cNvSpPr/>
            <p:nvPr/>
          </p:nvSpPr>
          <p:spPr>
            <a:xfrm>
              <a:off x="3766972" y="11736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23685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3685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5" name="object 615"/>
            <p:cNvSpPr/>
            <p:nvPr/>
          </p:nvSpPr>
          <p:spPr>
            <a:xfrm>
              <a:off x="3766983" y="1173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6" name="object 616"/>
            <p:cNvSpPr/>
            <p:nvPr/>
          </p:nvSpPr>
          <p:spPr>
            <a:xfrm>
              <a:off x="3699728" y="1206839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4" h="30480">
                  <a:moveTo>
                    <a:pt x="0" y="30366"/>
                  </a:moveTo>
                  <a:lnTo>
                    <a:pt x="5227" y="30366"/>
                  </a:lnTo>
                  <a:lnTo>
                    <a:pt x="5227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7" name="object 617"/>
            <p:cNvSpPr/>
            <p:nvPr/>
          </p:nvSpPr>
          <p:spPr>
            <a:xfrm>
              <a:off x="3699728" y="12068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8" name="object 618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9" name="object 619"/>
            <p:cNvSpPr/>
            <p:nvPr/>
          </p:nvSpPr>
          <p:spPr>
            <a:xfrm>
              <a:off x="3829426" y="1193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0" name="object 620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1" name="object 621"/>
            <p:cNvSpPr/>
            <p:nvPr/>
          </p:nvSpPr>
          <p:spPr>
            <a:xfrm>
              <a:off x="3786728" y="12361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2" name="object 622"/>
            <p:cNvSpPr/>
            <p:nvPr/>
          </p:nvSpPr>
          <p:spPr>
            <a:xfrm>
              <a:off x="3687102" y="11816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15684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568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3" name="object 623"/>
            <p:cNvSpPr/>
            <p:nvPr/>
          </p:nvSpPr>
          <p:spPr>
            <a:xfrm>
              <a:off x="3687106" y="1181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4" name="object 624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5" name="object 625"/>
            <p:cNvSpPr/>
            <p:nvPr/>
          </p:nvSpPr>
          <p:spPr>
            <a:xfrm>
              <a:off x="3685531" y="115223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6" name="object 626"/>
            <p:cNvSpPr/>
            <p:nvPr/>
          </p:nvSpPr>
          <p:spPr>
            <a:xfrm>
              <a:off x="3746385" y="12572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5" y="0"/>
                  </a:moveTo>
                  <a:lnTo>
                    <a:pt x="0" y="0"/>
                  </a:lnTo>
                  <a:lnTo>
                    <a:pt x="0" y="3378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3378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7" name="object 627"/>
            <p:cNvSpPr/>
            <p:nvPr/>
          </p:nvSpPr>
          <p:spPr>
            <a:xfrm>
              <a:off x="3746387" y="12572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8" name="object 628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9" name="object 629"/>
            <p:cNvSpPr/>
            <p:nvPr/>
          </p:nvSpPr>
          <p:spPr>
            <a:xfrm>
              <a:off x="3631804" y="1166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0" name="object 630"/>
            <p:cNvSpPr/>
            <p:nvPr/>
          </p:nvSpPr>
          <p:spPr>
            <a:xfrm>
              <a:off x="3689944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1" name="object 631"/>
            <p:cNvSpPr/>
            <p:nvPr/>
          </p:nvSpPr>
          <p:spPr>
            <a:xfrm>
              <a:off x="3689944" y="13034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2" name="object 632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3" name="object 633"/>
            <p:cNvSpPr/>
            <p:nvPr/>
          </p:nvSpPr>
          <p:spPr>
            <a:xfrm>
              <a:off x="3692104" y="1387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4" name="object 634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5" name="object 635"/>
            <p:cNvSpPr/>
            <p:nvPr/>
          </p:nvSpPr>
          <p:spPr>
            <a:xfrm>
              <a:off x="3624368" y="13390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6" name="object 636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7" name="object 637"/>
            <p:cNvSpPr/>
            <p:nvPr/>
          </p:nvSpPr>
          <p:spPr>
            <a:xfrm>
              <a:off x="3783691" y="1039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8" name="object 638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9" name="object 639"/>
            <p:cNvSpPr/>
            <p:nvPr/>
          </p:nvSpPr>
          <p:spPr>
            <a:xfrm>
              <a:off x="3781422" y="1050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0" name="object 640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1" name="object 641"/>
            <p:cNvSpPr/>
            <p:nvPr/>
          </p:nvSpPr>
          <p:spPr>
            <a:xfrm>
              <a:off x="3719317" y="1109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2" name="object 642"/>
            <p:cNvSpPr/>
            <p:nvPr/>
          </p:nvSpPr>
          <p:spPr>
            <a:xfrm>
              <a:off x="3775091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3" name="object 643"/>
            <p:cNvSpPr/>
            <p:nvPr/>
          </p:nvSpPr>
          <p:spPr>
            <a:xfrm>
              <a:off x="3775091" y="1339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4" name="object 644"/>
            <p:cNvSpPr/>
            <p:nvPr/>
          </p:nvSpPr>
          <p:spPr>
            <a:xfrm>
              <a:off x="3768219" y="1228711"/>
              <a:ext cx="22225" cy="30480"/>
            </a:xfrm>
            <a:custGeom>
              <a:avLst/>
              <a:gdLst/>
              <a:ahLst/>
              <a:cxnLst/>
              <a:rect l="l" t="t" r="r" b="b"/>
              <a:pathLst>
                <a:path w="22225" h="30480">
                  <a:moveTo>
                    <a:pt x="0" y="30366"/>
                  </a:moveTo>
                  <a:lnTo>
                    <a:pt x="21762" y="30366"/>
                  </a:lnTo>
                  <a:lnTo>
                    <a:pt x="21762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5" name="object 645"/>
            <p:cNvSpPr/>
            <p:nvPr/>
          </p:nvSpPr>
          <p:spPr>
            <a:xfrm>
              <a:off x="3759615" y="1228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6" name="object 646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7" name="object 647"/>
            <p:cNvSpPr/>
            <p:nvPr/>
          </p:nvSpPr>
          <p:spPr>
            <a:xfrm>
              <a:off x="3808851" y="1379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8" name="object 648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9" name="object 649"/>
            <p:cNvSpPr/>
            <p:nvPr/>
          </p:nvSpPr>
          <p:spPr>
            <a:xfrm>
              <a:off x="3518155" y="11905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0" name="object 650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1" name="object 651"/>
            <p:cNvSpPr/>
            <p:nvPr/>
          </p:nvSpPr>
          <p:spPr>
            <a:xfrm>
              <a:off x="3562545" y="12676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2" name="object 652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3" name="object 653"/>
            <p:cNvSpPr/>
            <p:nvPr/>
          </p:nvSpPr>
          <p:spPr>
            <a:xfrm>
              <a:off x="3789553" y="1379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4" name="object 654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5" name="object 655"/>
            <p:cNvSpPr/>
            <p:nvPr/>
          </p:nvSpPr>
          <p:spPr>
            <a:xfrm>
              <a:off x="3625548" y="14227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6" name="object 656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7" name="object 657"/>
            <p:cNvSpPr/>
            <p:nvPr/>
          </p:nvSpPr>
          <p:spPr>
            <a:xfrm>
              <a:off x="3453217" y="1195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8" name="object 658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9" name="object 659"/>
            <p:cNvSpPr/>
            <p:nvPr/>
          </p:nvSpPr>
          <p:spPr>
            <a:xfrm>
              <a:off x="3641302" y="11881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0" name="object 660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1" name="object 661"/>
            <p:cNvSpPr/>
            <p:nvPr/>
          </p:nvSpPr>
          <p:spPr>
            <a:xfrm>
              <a:off x="3436287" y="1295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2" name="object 662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3" name="object 663"/>
            <p:cNvSpPr/>
            <p:nvPr/>
          </p:nvSpPr>
          <p:spPr>
            <a:xfrm>
              <a:off x="3497407" y="12179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4" name="object 664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5" name="object 665"/>
            <p:cNvSpPr/>
            <p:nvPr/>
          </p:nvSpPr>
          <p:spPr>
            <a:xfrm>
              <a:off x="3630034" y="12788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6" name="object 666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7" name="object 667"/>
            <p:cNvSpPr/>
            <p:nvPr/>
          </p:nvSpPr>
          <p:spPr>
            <a:xfrm>
              <a:off x="3525891" y="11083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8" name="object 668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9" name="object 669"/>
            <p:cNvSpPr/>
            <p:nvPr/>
          </p:nvSpPr>
          <p:spPr>
            <a:xfrm>
              <a:off x="3594960" y="10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0" name="object 670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1" name="object 671"/>
            <p:cNvSpPr/>
            <p:nvPr/>
          </p:nvSpPr>
          <p:spPr>
            <a:xfrm>
              <a:off x="3687692" y="1088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2" name="object 672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3" name="object 673"/>
            <p:cNvSpPr/>
            <p:nvPr/>
          </p:nvSpPr>
          <p:spPr>
            <a:xfrm>
              <a:off x="3685692" y="12743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4" name="object 674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5" name="object 675"/>
            <p:cNvSpPr/>
            <p:nvPr/>
          </p:nvSpPr>
          <p:spPr>
            <a:xfrm>
              <a:off x="4016452" y="9630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6" name="object 676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7" name="object 677"/>
            <p:cNvSpPr/>
            <p:nvPr/>
          </p:nvSpPr>
          <p:spPr>
            <a:xfrm>
              <a:off x="3941630" y="961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8" name="object 678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9" name="object 679"/>
            <p:cNvSpPr/>
            <p:nvPr/>
          </p:nvSpPr>
          <p:spPr>
            <a:xfrm>
              <a:off x="3973225" y="103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0" name="object 680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1" name="object 681"/>
            <p:cNvSpPr/>
            <p:nvPr/>
          </p:nvSpPr>
          <p:spPr>
            <a:xfrm>
              <a:off x="3870883" y="11044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2" name="object 682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3" name="object 683"/>
            <p:cNvSpPr/>
            <p:nvPr/>
          </p:nvSpPr>
          <p:spPr>
            <a:xfrm>
              <a:off x="3528811" y="14091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4" name="object 684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5" name="object 685"/>
            <p:cNvSpPr/>
            <p:nvPr/>
          </p:nvSpPr>
          <p:spPr>
            <a:xfrm>
              <a:off x="3520897" y="13534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6" name="object 686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7" name="object 687"/>
            <p:cNvSpPr/>
            <p:nvPr/>
          </p:nvSpPr>
          <p:spPr>
            <a:xfrm>
              <a:off x="3522450" y="13489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8" name="object 688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9" name="object 689"/>
            <p:cNvSpPr/>
            <p:nvPr/>
          </p:nvSpPr>
          <p:spPr>
            <a:xfrm>
              <a:off x="3804313" y="955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0" name="object 690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1" name="object 691"/>
            <p:cNvSpPr/>
            <p:nvPr/>
          </p:nvSpPr>
          <p:spPr>
            <a:xfrm>
              <a:off x="3952434" y="1146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2" name="object 692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3" name="object 693"/>
            <p:cNvSpPr/>
            <p:nvPr/>
          </p:nvSpPr>
          <p:spPr>
            <a:xfrm>
              <a:off x="3535085" y="1265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4" name="object 694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5" name="object 695"/>
            <p:cNvSpPr/>
            <p:nvPr/>
          </p:nvSpPr>
          <p:spPr>
            <a:xfrm>
              <a:off x="3928163" y="1310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6" name="object 696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7" name="object 697"/>
            <p:cNvSpPr/>
            <p:nvPr/>
          </p:nvSpPr>
          <p:spPr>
            <a:xfrm>
              <a:off x="3872284" y="140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8" name="object 698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9" name="object 699"/>
            <p:cNvSpPr/>
            <p:nvPr/>
          </p:nvSpPr>
          <p:spPr>
            <a:xfrm>
              <a:off x="3554648" y="1337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0" name="object 700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1" name="object 701"/>
            <p:cNvSpPr/>
            <p:nvPr/>
          </p:nvSpPr>
          <p:spPr>
            <a:xfrm>
              <a:off x="3634390" y="12359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2" name="object 702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3" name="object 703"/>
            <p:cNvSpPr/>
            <p:nvPr/>
          </p:nvSpPr>
          <p:spPr>
            <a:xfrm>
              <a:off x="3823083" y="12590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4" name="object 704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5" name="object 705"/>
            <p:cNvSpPr/>
            <p:nvPr/>
          </p:nvSpPr>
          <p:spPr>
            <a:xfrm>
              <a:off x="3756522" y="12781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6" name="object 706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7" name="object 707"/>
            <p:cNvSpPr/>
            <p:nvPr/>
          </p:nvSpPr>
          <p:spPr>
            <a:xfrm>
              <a:off x="3888689" y="9904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8" name="object 708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9" name="object 709"/>
            <p:cNvSpPr/>
            <p:nvPr/>
          </p:nvSpPr>
          <p:spPr>
            <a:xfrm>
              <a:off x="3656552" y="1213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0" name="object 710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1" name="object 711"/>
            <p:cNvSpPr/>
            <p:nvPr/>
          </p:nvSpPr>
          <p:spPr>
            <a:xfrm>
              <a:off x="3838880" y="1002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2" name="object 712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3" name="object 713"/>
            <p:cNvSpPr/>
            <p:nvPr/>
          </p:nvSpPr>
          <p:spPr>
            <a:xfrm>
              <a:off x="3772232" y="10945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4" name="object 714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5" name="object 715"/>
            <p:cNvSpPr/>
            <p:nvPr/>
          </p:nvSpPr>
          <p:spPr>
            <a:xfrm>
              <a:off x="3878745" y="1274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6" name="object 716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7" name="object 717"/>
            <p:cNvSpPr/>
            <p:nvPr/>
          </p:nvSpPr>
          <p:spPr>
            <a:xfrm>
              <a:off x="3645237" y="1199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8" name="object 718"/>
            <p:cNvSpPr/>
            <p:nvPr/>
          </p:nvSpPr>
          <p:spPr>
            <a:xfrm>
              <a:off x="3740321" y="1161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9" name="object 719"/>
            <p:cNvSpPr/>
            <p:nvPr/>
          </p:nvSpPr>
          <p:spPr>
            <a:xfrm>
              <a:off x="3740321" y="1161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0" name="object 720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1" name="object 721"/>
            <p:cNvSpPr/>
            <p:nvPr/>
          </p:nvSpPr>
          <p:spPr>
            <a:xfrm>
              <a:off x="3644838" y="131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2" name="object 722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3" name="object 723"/>
            <p:cNvSpPr/>
            <p:nvPr/>
          </p:nvSpPr>
          <p:spPr>
            <a:xfrm>
              <a:off x="3754357" y="12926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4" name="object 724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5" name="object 725"/>
            <p:cNvSpPr/>
            <p:nvPr/>
          </p:nvSpPr>
          <p:spPr>
            <a:xfrm>
              <a:off x="4010994" y="1108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6" name="object 726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7" name="object 727"/>
            <p:cNvSpPr/>
            <p:nvPr/>
          </p:nvSpPr>
          <p:spPr>
            <a:xfrm>
              <a:off x="3914357" y="1289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8" name="object 728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9" name="object 729"/>
            <p:cNvSpPr/>
            <p:nvPr/>
          </p:nvSpPr>
          <p:spPr>
            <a:xfrm>
              <a:off x="3546530" y="10039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0" name="object 730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1" name="object 731"/>
            <p:cNvSpPr/>
            <p:nvPr/>
          </p:nvSpPr>
          <p:spPr>
            <a:xfrm>
              <a:off x="3787184" y="10465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2" name="object 732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3" name="object 733"/>
            <p:cNvSpPr/>
            <p:nvPr/>
          </p:nvSpPr>
          <p:spPr>
            <a:xfrm>
              <a:off x="3745857" y="139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4" name="object 734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5" name="object 735"/>
            <p:cNvSpPr/>
            <p:nvPr/>
          </p:nvSpPr>
          <p:spPr>
            <a:xfrm>
              <a:off x="3895115" y="12010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6" name="object 736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7" name="object 737"/>
            <p:cNvSpPr/>
            <p:nvPr/>
          </p:nvSpPr>
          <p:spPr>
            <a:xfrm>
              <a:off x="3814909" y="1397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8" name="object 738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9" name="object 739"/>
            <p:cNvSpPr/>
            <p:nvPr/>
          </p:nvSpPr>
          <p:spPr>
            <a:xfrm>
              <a:off x="3632885" y="13994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0" name="object 740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1" name="object 741"/>
            <p:cNvSpPr/>
            <p:nvPr/>
          </p:nvSpPr>
          <p:spPr>
            <a:xfrm>
              <a:off x="3638074" y="11085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2" name="object 742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3" name="object 743"/>
            <p:cNvSpPr/>
            <p:nvPr/>
          </p:nvSpPr>
          <p:spPr>
            <a:xfrm>
              <a:off x="3621539" y="14071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4" name="object 744"/>
            <p:cNvSpPr/>
            <p:nvPr/>
          </p:nvSpPr>
          <p:spPr>
            <a:xfrm>
              <a:off x="3669326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5" name="object 745"/>
            <p:cNvSpPr/>
            <p:nvPr/>
          </p:nvSpPr>
          <p:spPr>
            <a:xfrm>
              <a:off x="3669326" y="1294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6" name="object 746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7" name="object 747"/>
            <p:cNvSpPr/>
            <p:nvPr/>
          </p:nvSpPr>
          <p:spPr>
            <a:xfrm>
              <a:off x="3642122" y="1383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8" name="object 748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9" name="object 749"/>
            <p:cNvSpPr/>
            <p:nvPr/>
          </p:nvSpPr>
          <p:spPr>
            <a:xfrm>
              <a:off x="3571821" y="13398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0" name="object 750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1" name="object 751"/>
            <p:cNvSpPr/>
            <p:nvPr/>
          </p:nvSpPr>
          <p:spPr>
            <a:xfrm>
              <a:off x="3576077" y="13269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2" name="object 752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3" name="object 753"/>
            <p:cNvSpPr/>
            <p:nvPr/>
          </p:nvSpPr>
          <p:spPr>
            <a:xfrm>
              <a:off x="3637453" y="11851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4" name="object 754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5" name="object 755"/>
            <p:cNvSpPr/>
            <p:nvPr/>
          </p:nvSpPr>
          <p:spPr>
            <a:xfrm>
              <a:off x="3664076" y="1163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6" name="object 756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7" name="object 757"/>
            <p:cNvSpPr/>
            <p:nvPr/>
          </p:nvSpPr>
          <p:spPr>
            <a:xfrm>
              <a:off x="3513543" y="141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8" name="object 758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9" name="object 759"/>
            <p:cNvSpPr/>
            <p:nvPr/>
          </p:nvSpPr>
          <p:spPr>
            <a:xfrm>
              <a:off x="3772276" y="10661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0" name="object 760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1" name="object 761"/>
            <p:cNvSpPr/>
            <p:nvPr/>
          </p:nvSpPr>
          <p:spPr>
            <a:xfrm>
              <a:off x="3782997" y="13615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2" name="object 762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3" name="object 763"/>
            <p:cNvSpPr/>
            <p:nvPr/>
          </p:nvSpPr>
          <p:spPr>
            <a:xfrm>
              <a:off x="3715868" y="131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4" name="object 764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5" name="object 765"/>
            <p:cNvSpPr/>
            <p:nvPr/>
          </p:nvSpPr>
          <p:spPr>
            <a:xfrm>
              <a:off x="3672758" y="146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6" name="object 766"/>
            <p:cNvSpPr/>
            <p:nvPr/>
          </p:nvSpPr>
          <p:spPr>
            <a:xfrm>
              <a:off x="3587242" y="1450886"/>
              <a:ext cx="106045" cy="110489"/>
            </a:xfrm>
            <a:custGeom>
              <a:avLst/>
              <a:gdLst/>
              <a:ahLst/>
              <a:cxnLst/>
              <a:rect l="l" t="t" r="r" b="b"/>
              <a:pathLst>
                <a:path w="106045" h="110490">
                  <a:moveTo>
                    <a:pt x="30378" y="86385"/>
                  </a:moveTo>
                  <a:lnTo>
                    <a:pt x="23571" y="79578"/>
                  </a:lnTo>
                  <a:lnTo>
                    <a:pt x="6807" y="79578"/>
                  </a:lnTo>
                  <a:lnTo>
                    <a:pt x="0" y="86385"/>
                  </a:lnTo>
                  <a:lnTo>
                    <a:pt x="0" y="103149"/>
                  </a:lnTo>
                  <a:lnTo>
                    <a:pt x="6807" y="109943"/>
                  </a:lnTo>
                  <a:lnTo>
                    <a:pt x="23571" y="109943"/>
                  </a:lnTo>
                  <a:lnTo>
                    <a:pt x="30378" y="103149"/>
                  </a:lnTo>
                  <a:lnTo>
                    <a:pt x="30378" y="86385"/>
                  </a:lnTo>
                  <a:close/>
                </a:path>
                <a:path w="106045" h="110490">
                  <a:moveTo>
                    <a:pt x="105664" y="6794"/>
                  </a:moveTo>
                  <a:lnTo>
                    <a:pt x="98856" y="0"/>
                  </a:lnTo>
                  <a:lnTo>
                    <a:pt x="82092" y="0"/>
                  </a:lnTo>
                  <a:lnTo>
                    <a:pt x="75298" y="6794"/>
                  </a:lnTo>
                  <a:lnTo>
                    <a:pt x="75298" y="23571"/>
                  </a:lnTo>
                  <a:lnTo>
                    <a:pt x="82092" y="30365"/>
                  </a:lnTo>
                  <a:lnTo>
                    <a:pt x="98856" y="30365"/>
                  </a:lnTo>
                  <a:lnTo>
                    <a:pt x="105664" y="23571"/>
                  </a:lnTo>
                  <a:lnTo>
                    <a:pt x="105664" y="679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7" name="object 767"/>
            <p:cNvSpPr/>
            <p:nvPr/>
          </p:nvSpPr>
          <p:spPr>
            <a:xfrm>
              <a:off x="3587254" y="1450881"/>
              <a:ext cx="106045" cy="110489"/>
            </a:xfrm>
            <a:custGeom>
              <a:avLst/>
              <a:gdLst/>
              <a:ahLst/>
              <a:cxnLst/>
              <a:rect l="l" t="t" r="r" b="b"/>
              <a:pathLst>
                <a:path w="106045" h="110490">
                  <a:moveTo>
                    <a:pt x="30366" y="94764"/>
                  </a:moveTo>
                  <a:lnTo>
                    <a:pt x="30366" y="86378"/>
                  </a:lnTo>
                  <a:lnTo>
                    <a:pt x="23568" y="79581"/>
                  </a:lnTo>
                  <a:lnTo>
                    <a:pt x="15183" y="79581"/>
                  </a:lnTo>
                  <a:lnTo>
                    <a:pt x="6797" y="79581"/>
                  </a:lnTo>
                  <a:lnTo>
                    <a:pt x="0" y="86378"/>
                  </a:lnTo>
                  <a:lnTo>
                    <a:pt x="0" y="94764"/>
                  </a:lnTo>
                  <a:lnTo>
                    <a:pt x="0" y="103149"/>
                  </a:lnTo>
                  <a:lnTo>
                    <a:pt x="6797" y="109947"/>
                  </a:lnTo>
                  <a:lnTo>
                    <a:pt x="15183" y="109947"/>
                  </a:lnTo>
                  <a:lnTo>
                    <a:pt x="23568" y="109947"/>
                  </a:lnTo>
                  <a:lnTo>
                    <a:pt x="30366" y="103149"/>
                  </a:lnTo>
                  <a:lnTo>
                    <a:pt x="30366" y="94764"/>
                  </a:lnTo>
                  <a:close/>
                </a:path>
                <a:path w="106045" h="110490">
                  <a:moveTo>
                    <a:pt x="105652" y="15183"/>
                  </a:moveTo>
                  <a:lnTo>
                    <a:pt x="105652" y="6797"/>
                  </a:lnTo>
                  <a:lnTo>
                    <a:pt x="98854" y="0"/>
                  </a:lnTo>
                  <a:lnTo>
                    <a:pt x="90469" y="0"/>
                  </a:lnTo>
                  <a:lnTo>
                    <a:pt x="82084" y="0"/>
                  </a:lnTo>
                  <a:lnTo>
                    <a:pt x="75286" y="6797"/>
                  </a:lnTo>
                  <a:lnTo>
                    <a:pt x="75286" y="15183"/>
                  </a:lnTo>
                  <a:lnTo>
                    <a:pt x="75286" y="23568"/>
                  </a:lnTo>
                  <a:lnTo>
                    <a:pt x="82084" y="30366"/>
                  </a:lnTo>
                  <a:lnTo>
                    <a:pt x="90469" y="30366"/>
                  </a:lnTo>
                  <a:lnTo>
                    <a:pt x="98854" y="30366"/>
                  </a:lnTo>
                  <a:lnTo>
                    <a:pt x="105652" y="23568"/>
                  </a:lnTo>
                  <a:lnTo>
                    <a:pt x="105652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8" name="object 768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9" name="object 769"/>
            <p:cNvSpPr/>
            <p:nvPr/>
          </p:nvSpPr>
          <p:spPr>
            <a:xfrm>
              <a:off x="3844338" y="1512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0" name="object 770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1" name="object 771"/>
            <p:cNvSpPr/>
            <p:nvPr/>
          </p:nvSpPr>
          <p:spPr>
            <a:xfrm>
              <a:off x="3782181" y="1570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2" name="object 772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3" name="object 773"/>
            <p:cNvSpPr/>
            <p:nvPr/>
          </p:nvSpPr>
          <p:spPr>
            <a:xfrm>
              <a:off x="3651142" y="1456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4" name="object 774"/>
            <p:cNvSpPr/>
            <p:nvPr/>
          </p:nvSpPr>
          <p:spPr>
            <a:xfrm>
              <a:off x="3451968" y="1571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5" name="object 775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6" name="object 776"/>
            <p:cNvSpPr/>
            <p:nvPr/>
          </p:nvSpPr>
          <p:spPr>
            <a:xfrm>
              <a:off x="3380339" y="17092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7" name="object 777"/>
            <p:cNvSpPr/>
            <p:nvPr/>
          </p:nvSpPr>
          <p:spPr>
            <a:xfrm>
              <a:off x="3400766" y="16495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8" name="object 778"/>
            <p:cNvSpPr/>
            <p:nvPr/>
          </p:nvSpPr>
          <p:spPr>
            <a:xfrm>
              <a:off x="3400766" y="1571777"/>
              <a:ext cx="81915" cy="108585"/>
            </a:xfrm>
            <a:custGeom>
              <a:avLst/>
              <a:gdLst/>
              <a:ahLst/>
              <a:cxnLst/>
              <a:rect l="l" t="t" r="r" b="b"/>
              <a:pathLst>
                <a:path w="81914" h="108585">
                  <a:moveTo>
                    <a:pt x="30366" y="92964"/>
                  </a:moveTo>
                  <a:lnTo>
                    <a:pt x="30366" y="84578"/>
                  </a:lnTo>
                  <a:lnTo>
                    <a:pt x="23568" y="77780"/>
                  </a:lnTo>
                  <a:lnTo>
                    <a:pt x="15183" y="77780"/>
                  </a:lnTo>
                  <a:lnTo>
                    <a:pt x="6797" y="77780"/>
                  </a:lnTo>
                  <a:lnTo>
                    <a:pt x="0" y="84578"/>
                  </a:lnTo>
                  <a:lnTo>
                    <a:pt x="0" y="92964"/>
                  </a:lnTo>
                  <a:lnTo>
                    <a:pt x="0" y="101349"/>
                  </a:lnTo>
                  <a:lnTo>
                    <a:pt x="6797" y="108147"/>
                  </a:lnTo>
                  <a:lnTo>
                    <a:pt x="15183" y="108147"/>
                  </a:lnTo>
                  <a:lnTo>
                    <a:pt x="23568" y="108147"/>
                  </a:lnTo>
                  <a:lnTo>
                    <a:pt x="30366" y="101349"/>
                  </a:lnTo>
                  <a:lnTo>
                    <a:pt x="30366" y="92964"/>
                  </a:lnTo>
                  <a:close/>
                </a:path>
                <a:path w="81914" h="108585">
                  <a:moveTo>
                    <a:pt x="81568" y="15183"/>
                  </a:moveTo>
                  <a:lnTo>
                    <a:pt x="81568" y="6797"/>
                  </a:lnTo>
                  <a:lnTo>
                    <a:pt x="74770" y="0"/>
                  </a:lnTo>
                  <a:lnTo>
                    <a:pt x="66384" y="0"/>
                  </a:lnTo>
                  <a:lnTo>
                    <a:pt x="57999" y="0"/>
                  </a:lnTo>
                  <a:lnTo>
                    <a:pt x="51201" y="6797"/>
                  </a:lnTo>
                  <a:lnTo>
                    <a:pt x="51201" y="15183"/>
                  </a:lnTo>
                  <a:lnTo>
                    <a:pt x="51201" y="23568"/>
                  </a:lnTo>
                  <a:lnTo>
                    <a:pt x="57999" y="30366"/>
                  </a:lnTo>
                  <a:lnTo>
                    <a:pt x="66384" y="30366"/>
                  </a:lnTo>
                  <a:lnTo>
                    <a:pt x="74770" y="30366"/>
                  </a:lnTo>
                  <a:lnTo>
                    <a:pt x="81568" y="23568"/>
                  </a:lnTo>
                  <a:lnTo>
                    <a:pt x="81568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9" name="object 779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0" name="object 780"/>
            <p:cNvSpPr/>
            <p:nvPr/>
          </p:nvSpPr>
          <p:spPr>
            <a:xfrm>
              <a:off x="3445190" y="1474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1" name="object 781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2" name="object 782"/>
            <p:cNvSpPr/>
            <p:nvPr/>
          </p:nvSpPr>
          <p:spPr>
            <a:xfrm>
              <a:off x="3625912" y="15042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3" name="object 783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4" name="object 784"/>
            <p:cNvSpPr/>
            <p:nvPr/>
          </p:nvSpPr>
          <p:spPr>
            <a:xfrm>
              <a:off x="3473015" y="1492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5" name="object 785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6" name="object 786"/>
            <p:cNvSpPr/>
            <p:nvPr/>
          </p:nvSpPr>
          <p:spPr>
            <a:xfrm>
              <a:off x="3677960" y="1490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7" name="object 787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8" name="object 788"/>
            <p:cNvSpPr/>
            <p:nvPr/>
          </p:nvSpPr>
          <p:spPr>
            <a:xfrm>
              <a:off x="3624238" y="15554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9" name="object 789"/>
            <p:cNvSpPr/>
            <p:nvPr/>
          </p:nvSpPr>
          <p:spPr>
            <a:xfrm>
              <a:off x="3725291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0" name="object 790"/>
            <p:cNvSpPr/>
            <p:nvPr/>
          </p:nvSpPr>
          <p:spPr>
            <a:xfrm>
              <a:off x="3725291" y="16895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1" name="object 791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2" name="object 792"/>
            <p:cNvSpPr/>
            <p:nvPr/>
          </p:nvSpPr>
          <p:spPr>
            <a:xfrm>
              <a:off x="3764744" y="16832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3" name="object 793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4" name="object 794"/>
            <p:cNvSpPr/>
            <p:nvPr/>
          </p:nvSpPr>
          <p:spPr>
            <a:xfrm>
              <a:off x="3734494" y="1527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5" name="object 795"/>
            <p:cNvSpPr/>
            <p:nvPr/>
          </p:nvSpPr>
          <p:spPr>
            <a:xfrm>
              <a:off x="3680902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6" name="object 796"/>
            <p:cNvSpPr/>
            <p:nvPr/>
          </p:nvSpPr>
          <p:spPr>
            <a:xfrm>
              <a:off x="3680902" y="1435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7" name="object 797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8" name="object 798"/>
            <p:cNvSpPr/>
            <p:nvPr/>
          </p:nvSpPr>
          <p:spPr>
            <a:xfrm>
              <a:off x="3709741" y="1440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9" name="object 799"/>
            <p:cNvSpPr/>
            <p:nvPr/>
          </p:nvSpPr>
          <p:spPr>
            <a:xfrm>
              <a:off x="3704955" y="119731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0" name="object 800"/>
            <p:cNvSpPr/>
            <p:nvPr/>
          </p:nvSpPr>
          <p:spPr>
            <a:xfrm>
              <a:off x="3704955" y="1197315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01" name="object 801"/>
          <p:cNvGrpSpPr/>
          <p:nvPr/>
        </p:nvGrpSpPr>
        <p:grpSpPr>
          <a:xfrm>
            <a:off x="8838964" y="1928406"/>
            <a:ext cx="70468" cy="70468"/>
            <a:chOff x="3689231" y="973131"/>
            <a:chExt cx="35560" cy="35560"/>
          </a:xfrm>
        </p:grpSpPr>
        <p:sp>
          <p:nvSpPr>
            <p:cNvPr id="802" name="object 802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3" name="object 803"/>
            <p:cNvSpPr/>
            <p:nvPr/>
          </p:nvSpPr>
          <p:spPr>
            <a:xfrm>
              <a:off x="3691761" y="975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04" name="object 804"/>
          <p:cNvGrpSpPr/>
          <p:nvPr/>
        </p:nvGrpSpPr>
        <p:grpSpPr>
          <a:xfrm>
            <a:off x="9684964" y="2321761"/>
            <a:ext cx="167360" cy="74243"/>
            <a:chOff x="4116147" y="1171629"/>
            <a:chExt cx="84455" cy="37465"/>
          </a:xfrm>
        </p:grpSpPr>
        <p:sp>
          <p:nvSpPr>
            <p:cNvPr id="805" name="object 805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6" name="object 806"/>
            <p:cNvSpPr/>
            <p:nvPr/>
          </p:nvSpPr>
          <p:spPr>
            <a:xfrm>
              <a:off x="4167350" y="11759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7" name="object 807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8" name="object 808"/>
            <p:cNvSpPr/>
            <p:nvPr/>
          </p:nvSpPr>
          <p:spPr>
            <a:xfrm>
              <a:off x="4118678" y="11741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09" name="object 809"/>
          <p:cNvGrpSpPr/>
          <p:nvPr/>
        </p:nvGrpSpPr>
        <p:grpSpPr>
          <a:xfrm>
            <a:off x="8599719" y="1785698"/>
            <a:ext cx="70468" cy="70468"/>
            <a:chOff x="3568501" y="901116"/>
            <a:chExt cx="35560" cy="35560"/>
          </a:xfrm>
        </p:grpSpPr>
        <p:sp>
          <p:nvSpPr>
            <p:cNvPr id="810" name="object 810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1" name="object 811"/>
            <p:cNvSpPr/>
            <p:nvPr/>
          </p:nvSpPr>
          <p:spPr>
            <a:xfrm>
              <a:off x="3571032" y="9036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2" name="object 812"/>
          <p:cNvGrpSpPr/>
          <p:nvPr/>
        </p:nvGrpSpPr>
        <p:grpSpPr>
          <a:xfrm>
            <a:off x="8310416" y="2730807"/>
            <a:ext cx="70468" cy="70468"/>
            <a:chOff x="3422510" y="1378046"/>
            <a:chExt cx="35560" cy="35560"/>
          </a:xfrm>
        </p:grpSpPr>
        <p:sp>
          <p:nvSpPr>
            <p:cNvPr id="813" name="object 813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4" name="object 814"/>
            <p:cNvSpPr/>
            <p:nvPr/>
          </p:nvSpPr>
          <p:spPr>
            <a:xfrm>
              <a:off x="3425041" y="13805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5" name="object 815"/>
          <p:cNvGrpSpPr/>
          <p:nvPr/>
        </p:nvGrpSpPr>
        <p:grpSpPr>
          <a:xfrm>
            <a:off x="9614537" y="1686556"/>
            <a:ext cx="70468" cy="70468"/>
            <a:chOff x="4080608" y="851086"/>
            <a:chExt cx="35560" cy="35560"/>
          </a:xfrm>
        </p:grpSpPr>
        <p:sp>
          <p:nvSpPr>
            <p:cNvPr id="816" name="object 816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7" name="object 817"/>
            <p:cNvSpPr/>
            <p:nvPr/>
          </p:nvSpPr>
          <p:spPr>
            <a:xfrm>
              <a:off x="4083139" y="8536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818" name="object 818"/>
          <p:cNvGrpSpPr/>
          <p:nvPr/>
        </p:nvGrpSpPr>
        <p:grpSpPr>
          <a:xfrm>
            <a:off x="6461428" y="2401833"/>
            <a:ext cx="1507502" cy="1779305"/>
            <a:chOff x="2489456" y="1212036"/>
            <a:chExt cx="760730" cy="897890"/>
          </a:xfrm>
        </p:grpSpPr>
        <p:sp>
          <p:nvSpPr>
            <p:cNvPr id="819" name="object 819"/>
            <p:cNvSpPr/>
            <p:nvPr/>
          </p:nvSpPr>
          <p:spPr>
            <a:xfrm>
              <a:off x="2925191" y="17819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2966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2966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0" name="object 820"/>
            <p:cNvSpPr/>
            <p:nvPr/>
          </p:nvSpPr>
          <p:spPr>
            <a:xfrm>
              <a:off x="2925191" y="1781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1" name="object 821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2" name="object 822"/>
            <p:cNvSpPr/>
            <p:nvPr/>
          </p:nvSpPr>
          <p:spPr>
            <a:xfrm>
              <a:off x="2896384" y="17627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3" name="object 823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4" name="object 824"/>
            <p:cNvSpPr/>
            <p:nvPr/>
          </p:nvSpPr>
          <p:spPr>
            <a:xfrm>
              <a:off x="3066895" y="1894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5" name="object 825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6" name="object 826"/>
            <p:cNvSpPr/>
            <p:nvPr/>
          </p:nvSpPr>
          <p:spPr>
            <a:xfrm>
              <a:off x="2959779" y="1863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7" name="object 827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8" name="object 828"/>
            <p:cNvSpPr/>
            <p:nvPr/>
          </p:nvSpPr>
          <p:spPr>
            <a:xfrm>
              <a:off x="2908266" y="1930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9" name="object 829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0" name="object 830"/>
            <p:cNvSpPr/>
            <p:nvPr/>
          </p:nvSpPr>
          <p:spPr>
            <a:xfrm>
              <a:off x="3003764" y="18864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1" name="object 831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2" name="object 832"/>
            <p:cNvSpPr/>
            <p:nvPr/>
          </p:nvSpPr>
          <p:spPr>
            <a:xfrm>
              <a:off x="3014149" y="18678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3" name="object 833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4" name="object 834"/>
            <p:cNvSpPr/>
            <p:nvPr/>
          </p:nvSpPr>
          <p:spPr>
            <a:xfrm>
              <a:off x="2862161" y="18188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5" name="object 835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6" name="object 836"/>
            <p:cNvSpPr/>
            <p:nvPr/>
          </p:nvSpPr>
          <p:spPr>
            <a:xfrm>
              <a:off x="2962872" y="1962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7" name="object 837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8" name="object 838"/>
            <p:cNvSpPr/>
            <p:nvPr/>
          </p:nvSpPr>
          <p:spPr>
            <a:xfrm>
              <a:off x="2835032" y="18891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9" name="object 839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0" name="object 840"/>
            <p:cNvSpPr/>
            <p:nvPr/>
          </p:nvSpPr>
          <p:spPr>
            <a:xfrm>
              <a:off x="2922881" y="1673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1" name="object 841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2" name="object 842"/>
            <p:cNvSpPr/>
            <p:nvPr/>
          </p:nvSpPr>
          <p:spPr>
            <a:xfrm>
              <a:off x="2961932" y="16402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3" name="object 843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4" name="object 844"/>
            <p:cNvSpPr/>
            <p:nvPr/>
          </p:nvSpPr>
          <p:spPr>
            <a:xfrm>
              <a:off x="2931676" y="16861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5" name="object 845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6" name="object 846"/>
            <p:cNvSpPr/>
            <p:nvPr/>
          </p:nvSpPr>
          <p:spPr>
            <a:xfrm>
              <a:off x="2767558" y="1847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7" name="object 847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8" name="object 848"/>
            <p:cNvSpPr/>
            <p:nvPr/>
          </p:nvSpPr>
          <p:spPr>
            <a:xfrm>
              <a:off x="2965093" y="1882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9" name="object 849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0" name="object 850"/>
            <p:cNvSpPr/>
            <p:nvPr/>
          </p:nvSpPr>
          <p:spPr>
            <a:xfrm>
              <a:off x="2856464" y="19028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1" name="object 851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2" name="object 852"/>
            <p:cNvSpPr/>
            <p:nvPr/>
          </p:nvSpPr>
          <p:spPr>
            <a:xfrm>
              <a:off x="2837955" y="1622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3" name="object 853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4" name="object 854"/>
            <p:cNvSpPr/>
            <p:nvPr/>
          </p:nvSpPr>
          <p:spPr>
            <a:xfrm>
              <a:off x="2828731" y="15487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5" name="object 855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6" name="object 856"/>
            <p:cNvSpPr/>
            <p:nvPr/>
          </p:nvSpPr>
          <p:spPr>
            <a:xfrm>
              <a:off x="2825319" y="14701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7" name="object 857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8" name="object 858"/>
            <p:cNvSpPr/>
            <p:nvPr/>
          </p:nvSpPr>
          <p:spPr>
            <a:xfrm>
              <a:off x="2791935" y="14986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9" name="object 859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0" name="object 860"/>
            <p:cNvSpPr/>
            <p:nvPr/>
          </p:nvSpPr>
          <p:spPr>
            <a:xfrm>
              <a:off x="2798379" y="15345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1" name="object 861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2" name="object 862"/>
            <p:cNvSpPr/>
            <p:nvPr/>
          </p:nvSpPr>
          <p:spPr>
            <a:xfrm>
              <a:off x="2781775" y="16153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3" name="object 863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4" name="object 864"/>
            <p:cNvSpPr/>
            <p:nvPr/>
          </p:nvSpPr>
          <p:spPr>
            <a:xfrm>
              <a:off x="2810789" y="1585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5" name="object 865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6" name="object 866"/>
            <p:cNvSpPr/>
            <p:nvPr/>
          </p:nvSpPr>
          <p:spPr>
            <a:xfrm>
              <a:off x="2724273" y="12306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7" name="object 867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8" name="object 868"/>
            <p:cNvSpPr/>
            <p:nvPr/>
          </p:nvSpPr>
          <p:spPr>
            <a:xfrm>
              <a:off x="2715483" y="12145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9" name="object 869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0" name="object 870"/>
            <p:cNvSpPr/>
            <p:nvPr/>
          </p:nvSpPr>
          <p:spPr>
            <a:xfrm>
              <a:off x="2735198" y="1342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1" name="object 871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2" name="object 872"/>
            <p:cNvSpPr/>
            <p:nvPr/>
          </p:nvSpPr>
          <p:spPr>
            <a:xfrm>
              <a:off x="2695227" y="1274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3" name="object 873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4" name="object 874"/>
            <p:cNvSpPr/>
            <p:nvPr/>
          </p:nvSpPr>
          <p:spPr>
            <a:xfrm>
              <a:off x="2574367" y="14148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5" name="object 875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6" name="object 876"/>
            <p:cNvSpPr/>
            <p:nvPr/>
          </p:nvSpPr>
          <p:spPr>
            <a:xfrm>
              <a:off x="2618173" y="14588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7" name="object 877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8" name="object 878"/>
            <p:cNvSpPr/>
            <p:nvPr/>
          </p:nvSpPr>
          <p:spPr>
            <a:xfrm>
              <a:off x="2691626" y="141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9" name="object 879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0" name="object 880"/>
            <p:cNvSpPr/>
            <p:nvPr/>
          </p:nvSpPr>
          <p:spPr>
            <a:xfrm>
              <a:off x="2683870" y="15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1" name="object 881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2" name="object 882"/>
            <p:cNvSpPr/>
            <p:nvPr/>
          </p:nvSpPr>
          <p:spPr>
            <a:xfrm>
              <a:off x="2751211" y="15336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3" name="object 883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4" name="object 884"/>
            <p:cNvSpPr/>
            <p:nvPr/>
          </p:nvSpPr>
          <p:spPr>
            <a:xfrm>
              <a:off x="2782358" y="17083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5" name="object 885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6" name="object 886"/>
            <p:cNvSpPr/>
            <p:nvPr/>
          </p:nvSpPr>
          <p:spPr>
            <a:xfrm>
              <a:off x="2770703" y="1643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7" name="object 887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8" name="object 888"/>
            <p:cNvSpPr/>
            <p:nvPr/>
          </p:nvSpPr>
          <p:spPr>
            <a:xfrm>
              <a:off x="2834287" y="161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9" name="object 889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0" name="object 890"/>
            <p:cNvSpPr/>
            <p:nvPr/>
          </p:nvSpPr>
          <p:spPr>
            <a:xfrm>
              <a:off x="2811393" y="1518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1" name="object 891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2" name="object 892"/>
            <p:cNvSpPr/>
            <p:nvPr/>
          </p:nvSpPr>
          <p:spPr>
            <a:xfrm>
              <a:off x="2855827" y="16794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3" name="object 893"/>
            <p:cNvSpPr/>
            <p:nvPr/>
          </p:nvSpPr>
          <p:spPr>
            <a:xfrm>
              <a:off x="2919920" y="17177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3868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3868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4" name="object 894"/>
            <p:cNvSpPr/>
            <p:nvPr/>
          </p:nvSpPr>
          <p:spPr>
            <a:xfrm>
              <a:off x="2919932" y="17177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5" name="object 895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6" name="object 896"/>
            <p:cNvSpPr/>
            <p:nvPr/>
          </p:nvSpPr>
          <p:spPr>
            <a:xfrm>
              <a:off x="3100720" y="17548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7" name="object 897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8" name="object 898"/>
            <p:cNvSpPr/>
            <p:nvPr/>
          </p:nvSpPr>
          <p:spPr>
            <a:xfrm>
              <a:off x="3125638" y="16936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9" name="object 899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0" name="object 900"/>
            <p:cNvSpPr/>
            <p:nvPr/>
          </p:nvSpPr>
          <p:spPr>
            <a:xfrm>
              <a:off x="2938572" y="18248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1" name="object 901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2" name="object 902"/>
            <p:cNvSpPr/>
            <p:nvPr/>
          </p:nvSpPr>
          <p:spPr>
            <a:xfrm>
              <a:off x="2931227" y="16496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3" name="object 903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4" name="object 904"/>
            <p:cNvSpPr/>
            <p:nvPr/>
          </p:nvSpPr>
          <p:spPr>
            <a:xfrm>
              <a:off x="2869135" y="2025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5" name="object 905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6" name="object 906"/>
            <p:cNvSpPr/>
            <p:nvPr/>
          </p:nvSpPr>
          <p:spPr>
            <a:xfrm>
              <a:off x="2949969" y="13009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7" name="object 907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8" name="object 908"/>
            <p:cNvSpPr/>
            <p:nvPr/>
          </p:nvSpPr>
          <p:spPr>
            <a:xfrm>
              <a:off x="2768765" y="1827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9" name="object 909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0" name="object 910"/>
            <p:cNvSpPr/>
            <p:nvPr/>
          </p:nvSpPr>
          <p:spPr>
            <a:xfrm>
              <a:off x="2765679" y="14002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1" name="object 911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2" name="object 912"/>
            <p:cNvSpPr/>
            <p:nvPr/>
          </p:nvSpPr>
          <p:spPr>
            <a:xfrm>
              <a:off x="2804621" y="16022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3" name="object 913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4" name="object 914"/>
            <p:cNvSpPr/>
            <p:nvPr/>
          </p:nvSpPr>
          <p:spPr>
            <a:xfrm>
              <a:off x="2861311" y="1654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5" name="object 915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6" name="object 916"/>
            <p:cNvSpPr/>
            <p:nvPr/>
          </p:nvSpPr>
          <p:spPr>
            <a:xfrm>
              <a:off x="2953826" y="1377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7" name="object 917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8" name="object 918"/>
            <p:cNvSpPr/>
            <p:nvPr/>
          </p:nvSpPr>
          <p:spPr>
            <a:xfrm>
              <a:off x="3217288" y="17185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9" name="object 919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0" name="object 920"/>
            <p:cNvSpPr/>
            <p:nvPr/>
          </p:nvSpPr>
          <p:spPr>
            <a:xfrm>
              <a:off x="3177710" y="16560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1" name="object 921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2" name="object 922"/>
            <p:cNvSpPr/>
            <p:nvPr/>
          </p:nvSpPr>
          <p:spPr>
            <a:xfrm>
              <a:off x="2993172" y="18388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3" name="object 923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4" name="object 924"/>
            <p:cNvSpPr/>
            <p:nvPr/>
          </p:nvSpPr>
          <p:spPr>
            <a:xfrm>
              <a:off x="2807409" y="13729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5" name="object 925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6" name="object 926"/>
            <p:cNvSpPr/>
            <p:nvPr/>
          </p:nvSpPr>
          <p:spPr>
            <a:xfrm>
              <a:off x="2520495" y="16242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7" name="object 927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8" name="object 928"/>
            <p:cNvSpPr/>
            <p:nvPr/>
          </p:nvSpPr>
          <p:spPr>
            <a:xfrm>
              <a:off x="2575216" y="16746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9" name="object 929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0" name="object 930"/>
            <p:cNvSpPr/>
            <p:nvPr/>
          </p:nvSpPr>
          <p:spPr>
            <a:xfrm>
              <a:off x="2491987" y="16913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1" name="object 931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2" name="object 932"/>
            <p:cNvSpPr/>
            <p:nvPr/>
          </p:nvSpPr>
          <p:spPr>
            <a:xfrm>
              <a:off x="2600635" y="17076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3" name="object 933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4" name="object 934"/>
            <p:cNvSpPr/>
            <p:nvPr/>
          </p:nvSpPr>
          <p:spPr>
            <a:xfrm>
              <a:off x="3170412" y="20506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5" name="object 935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6" name="object 936"/>
            <p:cNvSpPr/>
            <p:nvPr/>
          </p:nvSpPr>
          <p:spPr>
            <a:xfrm>
              <a:off x="3121309" y="20770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7" name="object 937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8" name="object 938"/>
            <p:cNvSpPr/>
            <p:nvPr/>
          </p:nvSpPr>
          <p:spPr>
            <a:xfrm>
              <a:off x="3049403" y="18308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9" name="object 939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0" name="object 940"/>
            <p:cNvSpPr/>
            <p:nvPr/>
          </p:nvSpPr>
          <p:spPr>
            <a:xfrm>
              <a:off x="3163766" y="1836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1" name="object 941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2" name="object 942"/>
            <p:cNvSpPr/>
            <p:nvPr/>
          </p:nvSpPr>
          <p:spPr>
            <a:xfrm>
              <a:off x="3112769" y="18167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3" name="object 943"/>
            <p:cNvSpPr/>
            <p:nvPr/>
          </p:nvSpPr>
          <p:spPr>
            <a:xfrm>
              <a:off x="2929763" y="178574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78" y="0"/>
                  </a:moveTo>
                  <a:lnTo>
                    <a:pt x="0" y="0"/>
                  </a:lnTo>
                  <a:lnTo>
                    <a:pt x="0" y="9156"/>
                  </a:lnTo>
                  <a:lnTo>
                    <a:pt x="0" y="30365"/>
                  </a:lnTo>
                  <a:lnTo>
                    <a:pt x="30378" y="30365"/>
                  </a:lnTo>
                  <a:lnTo>
                    <a:pt x="30378" y="9156"/>
                  </a:lnTo>
                  <a:lnTo>
                    <a:pt x="3037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4" name="object 944"/>
            <p:cNvSpPr/>
            <p:nvPr/>
          </p:nvSpPr>
          <p:spPr>
            <a:xfrm>
              <a:off x="2929775" y="1785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5" name="object 945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6" name="object 946"/>
            <p:cNvSpPr/>
            <p:nvPr/>
          </p:nvSpPr>
          <p:spPr>
            <a:xfrm>
              <a:off x="3067728" y="16340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7" name="object 947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8" name="object 948"/>
            <p:cNvSpPr/>
            <p:nvPr/>
          </p:nvSpPr>
          <p:spPr>
            <a:xfrm>
              <a:off x="2862239" y="1558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9" name="object 949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0" name="object 950"/>
            <p:cNvSpPr/>
            <p:nvPr/>
          </p:nvSpPr>
          <p:spPr>
            <a:xfrm>
              <a:off x="2876505" y="15622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1" name="object 951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2" name="object 952"/>
            <p:cNvSpPr/>
            <p:nvPr/>
          </p:nvSpPr>
          <p:spPr>
            <a:xfrm>
              <a:off x="2913298" y="16238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3" name="object 953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4" name="object 954"/>
            <p:cNvSpPr/>
            <p:nvPr/>
          </p:nvSpPr>
          <p:spPr>
            <a:xfrm>
              <a:off x="2626979" y="1834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5" name="object 955"/>
            <p:cNvSpPr/>
            <p:nvPr/>
          </p:nvSpPr>
          <p:spPr>
            <a:xfrm>
              <a:off x="3005010" y="17851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9791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9791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6" name="object 956"/>
            <p:cNvSpPr/>
            <p:nvPr/>
          </p:nvSpPr>
          <p:spPr>
            <a:xfrm>
              <a:off x="3005017" y="17851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7" name="object 957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8" name="object 958"/>
            <p:cNvSpPr/>
            <p:nvPr/>
          </p:nvSpPr>
          <p:spPr>
            <a:xfrm>
              <a:off x="2816398" y="17085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9" name="object 959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0" name="object 960"/>
            <p:cNvSpPr/>
            <p:nvPr/>
          </p:nvSpPr>
          <p:spPr>
            <a:xfrm>
              <a:off x="2814983" y="18385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1" name="object 961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2" name="object 962"/>
            <p:cNvSpPr/>
            <p:nvPr/>
          </p:nvSpPr>
          <p:spPr>
            <a:xfrm>
              <a:off x="2704042" y="16354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3" name="object 963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4" name="object 964"/>
            <p:cNvSpPr/>
            <p:nvPr/>
          </p:nvSpPr>
          <p:spPr>
            <a:xfrm>
              <a:off x="2877601" y="19918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5" name="object 965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6" name="object 966"/>
            <p:cNvSpPr/>
            <p:nvPr/>
          </p:nvSpPr>
          <p:spPr>
            <a:xfrm>
              <a:off x="2724348" y="13565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7" name="object 967"/>
            <p:cNvSpPr/>
            <p:nvPr/>
          </p:nvSpPr>
          <p:spPr>
            <a:xfrm>
              <a:off x="2990011" y="1440802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8" name="object 968"/>
            <p:cNvSpPr/>
            <p:nvPr/>
          </p:nvSpPr>
          <p:spPr>
            <a:xfrm>
              <a:off x="2990021" y="1440791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9" name="object 969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0" name="object 970"/>
            <p:cNvSpPr/>
            <p:nvPr/>
          </p:nvSpPr>
          <p:spPr>
            <a:xfrm>
              <a:off x="3200973" y="17430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1" name="object 971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2" name="object 972"/>
            <p:cNvSpPr/>
            <p:nvPr/>
          </p:nvSpPr>
          <p:spPr>
            <a:xfrm>
              <a:off x="2557832" y="15493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3" name="object 973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4" name="object 974"/>
            <p:cNvSpPr/>
            <p:nvPr/>
          </p:nvSpPr>
          <p:spPr>
            <a:xfrm>
              <a:off x="2768523" y="15656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5" name="object 975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6" name="object 976"/>
            <p:cNvSpPr/>
            <p:nvPr/>
          </p:nvSpPr>
          <p:spPr>
            <a:xfrm>
              <a:off x="2850223" y="16249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7" name="object 977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8" name="object 978"/>
            <p:cNvSpPr/>
            <p:nvPr/>
          </p:nvSpPr>
          <p:spPr>
            <a:xfrm>
              <a:off x="2846494" y="15851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9" name="object 979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0" name="object 980"/>
            <p:cNvSpPr/>
            <p:nvPr/>
          </p:nvSpPr>
          <p:spPr>
            <a:xfrm>
              <a:off x="2818540" y="1689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1" name="object 981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2" name="object 982"/>
            <p:cNvSpPr/>
            <p:nvPr/>
          </p:nvSpPr>
          <p:spPr>
            <a:xfrm>
              <a:off x="2869652" y="1427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3" name="object 983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4" name="object 984"/>
            <p:cNvSpPr/>
            <p:nvPr/>
          </p:nvSpPr>
          <p:spPr>
            <a:xfrm>
              <a:off x="2911838" y="19026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5" name="object 985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6" name="object 986"/>
            <p:cNvSpPr/>
            <p:nvPr/>
          </p:nvSpPr>
          <p:spPr>
            <a:xfrm>
              <a:off x="3203674" y="1316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7" name="object 987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8" name="object 988"/>
            <p:cNvSpPr/>
            <p:nvPr/>
          </p:nvSpPr>
          <p:spPr>
            <a:xfrm>
              <a:off x="2970324" y="18056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9" name="object 989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0" name="object 990"/>
            <p:cNvSpPr/>
            <p:nvPr/>
          </p:nvSpPr>
          <p:spPr>
            <a:xfrm>
              <a:off x="3148742" y="192838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1" name="object 991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2" name="object 992"/>
            <p:cNvSpPr/>
            <p:nvPr/>
          </p:nvSpPr>
          <p:spPr>
            <a:xfrm>
              <a:off x="3122708" y="14945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3" name="object 993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4" name="object 994"/>
            <p:cNvSpPr/>
            <p:nvPr/>
          </p:nvSpPr>
          <p:spPr>
            <a:xfrm>
              <a:off x="3045723" y="18285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5" name="object 995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6" name="object 996"/>
            <p:cNvSpPr/>
            <p:nvPr/>
          </p:nvSpPr>
          <p:spPr>
            <a:xfrm>
              <a:off x="2943440" y="19948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7" name="object 997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8" name="object 998"/>
            <p:cNvSpPr/>
            <p:nvPr/>
          </p:nvSpPr>
          <p:spPr>
            <a:xfrm>
              <a:off x="2943068" y="1811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9" name="object 999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3010780" y="16220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3098915" y="1805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2926477" y="14849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3102694" y="1393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2546182" y="1800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2705540" y="1602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2946448" y="173163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2946448" y="1731636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13" name="object 1013"/>
          <p:cNvGrpSpPr/>
          <p:nvPr/>
        </p:nvGrpSpPr>
        <p:grpSpPr>
          <a:xfrm>
            <a:off x="6944852" y="3818030"/>
            <a:ext cx="70468" cy="70468"/>
            <a:chOff x="2733406" y="1926691"/>
            <a:chExt cx="35560" cy="35560"/>
          </a:xfrm>
        </p:grpSpPr>
        <p:sp>
          <p:nvSpPr>
            <p:cNvPr id="1014" name="object 1014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2735937" y="1929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16" name="object 1016"/>
          <p:cNvGrpSpPr/>
          <p:nvPr/>
        </p:nvGrpSpPr>
        <p:grpSpPr>
          <a:xfrm>
            <a:off x="7161169" y="4451518"/>
            <a:ext cx="70468" cy="70468"/>
            <a:chOff x="2842566" y="2246368"/>
            <a:chExt cx="35560" cy="35560"/>
          </a:xfrm>
        </p:grpSpPr>
        <p:sp>
          <p:nvSpPr>
            <p:cNvPr id="1017" name="object 1017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2845096" y="22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19" name="object 1019"/>
          <p:cNvGrpSpPr/>
          <p:nvPr/>
        </p:nvGrpSpPr>
        <p:grpSpPr>
          <a:xfrm>
            <a:off x="7740877" y="4337028"/>
            <a:ext cx="70468" cy="70468"/>
            <a:chOff x="3135104" y="2188593"/>
            <a:chExt cx="35560" cy="35560"/>
          </a:xfrm>
        </p:grpSpPr>
        <p:sp>
          <p:nvSpPr>
            <p:cNvPr id="1020" name="object 1020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3137635" y="21911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22" name="object 1022"/>
          <p:cNvGrpSpPr/>
          <p:nvPr/>
        </p:nvGrpSpPr>
        <p:grpSpPr>
          <a:xfrm>
            <a:off x="8386860" y="3499514"/>
            <a:ext cx="1049463" cy="1433259"/>
            <a:chOff x="3461086" y="1765958"/>
            <a:chExt cx="529590" cy="723265"/>
          </a:xfrm>
        </p:grpSpPr>
        <p:sp>
          <p:nvSpPr>
            <p:cNvPr id="1023" name="object 1023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3508449" y="19929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3466619" y="20375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3465539" y="22058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3529214" y="21410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3563013" y="22582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3592070" y="22980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3463617" y="2191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3559659" y="22473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3558991" y="21981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3581327" y="20845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3552474" y="203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3585501" y="21642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3683774" y="2068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3686659" y="2082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3705949" y="21043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3625044" y="2102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3670084" y="2059190"/>
              <a:ext cx="318135" cy="174625"/>
            </a:xfrm>
            <a:custGeom>
              <a:avLst/>
              <a:gdLst/>
              <a:ahLst/>
              <a:cxnLst/>
              <a:rect l="l" t="t" r="r" b="b"/>
              <a:pathLst>
                <a:path w="318135" h="174625">
                  <a:moveTo>
                    <a:pt x="30365" y="150520"/>
                  </a:moveTo>
                  <a:lnTo>
                    <a:pt x="23571" y="143725"/>
                  </a:lnTo>
                  <a:lnTo>
                    <a:pt x="6794" y="143725"/>
                  </a:lnTo>
                  <a:lnTo>
                    <a:pt x="0" y="150520"/>
                  </a:lnTo>
                  <a:lnTo>
                    <a:pt x="0" y="167284"/>
                  </a:lnTo>
                  <a:lnTo>
                    <a:pt x="6794" y="174091"/>
                  </a:lnTo>
                  <a:lnTo>
                    <a:pt x="23571" y="174091"/>
                  </a:lnTo>
                  <a:lnTo>
                    <a:pt x="30365" y="167284"/>
                  </a:lnTo>
                  <a:lnTo>
                    <a:pt x="30365" y="150520"/>
                  </a:lnTo>
                  <a:close/>
                </a:path>
                <a:path w="318135" h="174625">
                  <a:moveTo>
                    <a:pt x="317627" y="6794"/>
                  </a:moveTo>
                  <a:lnTo>
                    <a:pt x="310832" y="0"/>
                  </a:lnTo>
                  <a:lnTo>
                    <a:pt x="294055" y="0"/>
                  </a:lnTo>
                  <a:lnTo>
                    <a:pt x="287261" y="6794"/>
                  </a:lnTo>
                  <a:lnTo>
                    <a:pt x="287261" y="23558"/>
                  </a:lnTo>
                  <a:lnTo>
                    <a:pt x="294055" y="30365"/>
                  </a:lnTo>
                  <a:lnTo>
                    <a:pt x="310832" y="30365"/>
                  </a:lnTo>
                  <a:lnTo>
                    <a:pt x="317627" y="23558"/>
                  </a:lnTo>
                  <a:lnTo>
                    <a:pt x="317627" y="679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3957349" y="20591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3886320" y="20942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3879438" y="2148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3748343" y="18324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3796291" y="18830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5" name="object 1065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6" name="object 1066"/>
            <p:cNvSpPr/>
            <p:nvPr/>
          </p:nvSpPr>
          <p:spPr>
            <a:xfrm>
              <a:off x="3839782" y="19155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7" name="object 1067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8" name="object 1068"/>
            <p:cNvSpPr/>
            <p:nvPr/>
          </p:nvSpPr>
          <p:spPr>
            <a:xfrm>
              <a:off x="3907849" y="17684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9" name="object 1069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0" name="object 1070"/>
            <p:cNvSpPr/>
            <p:nvPr/>
          </p:nvSpPr>
          <p:spPr>
            <a:xfrm>
              <a:off x="3891500" y="18647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1" name="object 1071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3857675" y="20041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798777" y="19750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3920895" y="20602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3796377" y="2162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3787821" y="21202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3788572" y="21285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3670089" y="2128550"/>
              <a:ext cx="149225" cy="104775"/>
            </a:xfrm>
            <a:custGeom>
              <a:avLst/>
              <a:gdLst/>
              <a:ahLst/>
              <a:cxnLst/>
              <a:rect l="l" t="t" r="r" b="b"/>
              <a:pathLst>
                <a:path w="149225" h="104775">
                  <a:moveTo>
                    <a:pt x="148849" y="15183"/>
                  </a:moveTo>
                  <a:lnTo>
                    <a:pt x="148849" y="6797"/>
                  </a:lnTo>
                  <a:lnTo>
                    <a:pt x="142051" y="0"/>
                  </a:lnTo>
                  <a:lnTo>
                    <a:pt x="133666" y="0"/>
                  </a:lnTo>
                  <a:lnTo>
                    <a:pt x="125280" y="0"/>
                  </a:lnTo>
                  <a:lnTo>
                    <a:pt x="118482" y="6797"/>
                  </a:lnTo>
                  <a:lnTo>
                    <a:pt x="118482" y="15183"/>
                  </a:lnTo>
                  <a:lnTo>
                    <a:pt x="118482" y="23568"/>
                  </a:lnTo>
                  <a:lnTo>
                    <a:pt x="125280" y="30366"/>
                  </a:lnTo>
                  <a:lnTo>
                    <a:pt x="133666" y="30366"/>
                  </a:lnTo>
                  <a:lnTo>
                    <a:pt x="142051" y="30366"/>
                  </a:lnTo>
                  <a:lnTo>
                    <a:pt x="148849" y="23568"/>
                  </a:lnTo>
                  <a:lnTo>
                    <a:pt x="148849" y="15183"/>
                  </a:lnTo>
                  <a:close/>
                </a:path>
                <a:path w="149225" h="104775">
                  <a:moveTo>
                    <a:pt x="30366" y="89536"/>
                  </a:moveTo>
                  <a:lnTo>
                    <a:pt x="30366" y="81150"/>
                  </a:lnTo>
                  <a:lnTo>
                    <a:pt x="23568" y="74353"/>
                  </a:lnTo>
                  <a:lnTo>
                    <a:pt x="15183" y="74353"/>
                  </a:lnTo>
                  <a:lnTo>
                    <a:pt x="6797" y="74353"/>
                  </a:lnTo>
                  <a:lnTo>
                    <a:pt x="0" y="81150"/>
                  </a:lnTo>
                  <a:lnTo>
                    <a:pt x="0" y="89536"/>
                  </a:lnTo>
                  <a:lnTo>
                    <a:pt x="0" y="97921"/>
                  </a:lnTo>
                  <a:lnTo>
                    <a:pt x="6797" y="104719"/>
                  </a:lnTo>
                  <a:lnTo>
                    <a:pt x="15183" y="104719"/>
                  </a:lnTo>
                  <a:lnTo>
                    <a:pt x="23568" y="104719"/>
                  </a:lnTo>
                  <a:lnTo>
                    <a:pt x="30366" y="97921"/>
                  </a:lnTo>
                  <a:lnTo>
                    <a:pt x="30366" y="89536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3675955" y="21893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3688564" y="19236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3688564" y="1923656"/>
              <a:ext cx="96520" cy="103505"/>
            </a:xfrm>
            <a:custGeom>
              <a:avLst/>
              <a:gdLst/>
              <a:ahLst/>
              <a:cxnLst/>
              <a:rect l="l" t="t" r="r" b="b"/>
              <a:pathLst>
                <a:path w="96520" h="103505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  <a:path w="96520" h="103505">
                  <a:moveTo>
                    <a:pt x="96380" y="87863"/>
                  </a:moveTo>
                  <a:lnTo>
                    <a:pt x="96380" y="79477"/>
                  </a:lnTo>
                  <a:lnTo>
                    <a:pt x="89582" y="72680"/>
                  </a:lnTo>
                  <a:lnTo>
                    <a:pt x="81197" y="72680"/>
                  </a:lnTo>
                  <a:lnTo>
                    <a:pt x="72812" y="72680"/>
                  </a:lnTo>
                  <a:lnTo>
                    <a:pt x="66014" y="79477"/>
                  </a:lnTo>
                  <a:lnTo>
                    <a:pt x="66014" y="87863"/>
                  </a:lnTo>
                  <a:lnTo>
                    <a:pt x="66014" y="96248"/>
                  </a:lnTo>
                  <a:lnTo>
                    <a:pt x="72812" y="103046"/>
                  </a:lnTo>
                  <a:lnTo>
                    <a:pt x="81197" y="103046"/>
                  </a:lnTo>
                  <a:lnTo>
                    <a:pt x="89582" y="103046"/>
                  </a:lnTo>
                  <a:lnTo>
                    <a:pt x="96380" y="96248"/>
                  </a:lnTo>
                  <a:lnTo>
                    <a:pt x="96380" y="8786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3722892" y="22896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786724" y="2255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765655" y="20801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739440" y="21862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717638" y="18660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700708" y="2126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645788" y="20908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832185" y="22391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797458" y="2119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3926583" y="19387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3688798" y="2004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3864851" y="22294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3601871" y="22584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3703302" y="20536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3720584" y="19569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3741067" y="19384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3901800" y="1905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3638147" y="2163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3806495" y="21068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3612501" y="21488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3724250" y="18694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3837543" y="19323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3795748" y="189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732255" y="22471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3688382" y="20657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3733934" y="1969077"/>
              <a:ext cx="30480" cy="18415"/>
            </a:xfrm>
            <a:custGeom>
              <a:avLst/>
              <a:gdLst/>
              <a:ahLst/>
              <a:cxnLst/>
              <a:rect l="l" t="t" r="r" b="b"/>
              <a:pathLst>
                <a:path w="30479" h="18414">
                  <a:moveTo>
                    <a:pt x="0" y="18113"/>
                  </a:moveTo>
                  <a:lnTo>
                    <a:pt x="30366" y="18113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811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733934" y="1969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824089" y="21044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711156" y="18209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645185" y="21506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3750017" y="2309202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3750018" y="23902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3873347" y="23880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3827625" y="24423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3827421" y="23997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3915372" y="24382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3863862" y="2456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751042" y="24487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878172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3873655" y="24033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3767000" y="2309190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3799913" y="20589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5" name="object 1165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6" name="object 1166"/>
            <p:cNvSpPr/>
            <p:nvPr/>
          </p:nvSpPr>
          <p:spPr>
            <a:xfrm>
              <a:off x="3686737" y="19385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3779608" y="17970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0" name="object 1170"/>
            <p:cNvSpPr/>
            <p:nvPr/>
          </p:nvSpPr>
          <p:spPr>
            <a:xfrm>
              <a:off x="3759207" y="1852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1" name="object 1171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3670580" y="22445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3" name="object 1173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4" name="object 1174"/>
            <p:cNvSpPr/>
            <p:nvPr/>
          </p:nvSpPr>
          <p:spPr>
            <a:xfrm>
              <a:off x="3849336" y="2359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3751428" y="22858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3715772" y="2155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3880618" y="23666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3590625" y="2043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3863329" y="19859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3839548" y="19556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3687618" y="21792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3774540" y="22676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3593432" y="21667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3550440" y="20954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3622536" y="20214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3860530" y="1944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3548504" y="17997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3722536" y="198719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3722536" y="198719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03" name="object 1203"/>
          <p:cNvGrpSpPr/>
          <p:nvPr/>
        </p:nvGrpSpPr>
        <p:grpSpPr>
          <a:xfrm>
            <a:off x="8580691" y="4781007"/>
            <a:ext cx="186236" cy="161069"/>
            <a:chOff x="3558899" y="2412638"/>
            <a:chExt cx="93980" cy="81280"/>
          </a:xfrm>
        </p:grpSpPr>
        <p:sp>
          <p:nvSpPr>
            <p:cNvPr id="1204" name="object 1204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3619509" y="24606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6" name="object 1206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7" name="object 1207"/>
            <p:cNvSpPr/>
            <p:nvPr/>
          </p:nvSpPr>
          <p:spPr>
            <a:xfrm>
              <a:off x="3561430" y="2417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3566654" y="2415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0" name="object 1210"/>
          <p:cNvGrpSpPr/>
          <p:nvPr/>
        </p:nvGrpSpPr>
        <p:grpSpPr>
          <a:xfrm>
            <a:off x="8650592" y="5071426"/>
            <a:ext cx="70468" cy="70468"/>
            <a:chOff x="3594173" y="2559192"/>
            <a:chExt cx="35560" cy="35560"/>
          </a:xfrm>
        </p:grpSpPr>
        <p:sp>
          <p:nvSpPr>
            <p:cNvPr id="1211" name="object 1211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3596704" y="25617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213" name="object 1213"/>
          <p:cNvGrpSpPr/>
          <p:nvPr/>
        </p:nvGrpSpPr>
        <p:grpSpPr>
          <a:xfrm>
            <a:off x="9531317" y="4473288"/>
            <a:ext cx="70468" cy="70468"/>
            <a:chOff x="4038613" y="2257354"/>
            <a:chExt cx="35560" cy="35560"/>
          </a:xfrm>
        </p:grpSpPr>
        <p:sp>
          <p:nvSpPr>
            <p:cNvPr id="1214" name="object 1214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4041144" y="22598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16" name="object 1216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398672832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68734" y="406078"/>
            <a:ext cx="2051108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Final</a:t>
            </a:r>
            <a:r>
              <a:rPr sz="2081" b="1" spc="-99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clustering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159248" y="1959623"/>
            <a:ext cx="1331333" cy="3045204"/>
            <a:chOff x="2336967" y="988884"/>
            <a:chExt cx="671830" cy="1536700"/>
          </a:xfrm>
        </p:grpSpPr>
        <p:sp>
          <p:nvSpPr>
            <p:cNvPr id="4" name="object 4"/>
            <p:cNvSpPr/>
            <p:nvPr/>
          </p:nvSpPr>
          <p:spPr>
            <a:xfrm>
              <a:off x="2359924" y="16856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359924" y="16856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546413" y="1566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546413" y="15665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631916" y="14984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631916" y="14984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2651263" y="1423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651263" y="14234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21699" y="148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621699" y="14869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479" y="12133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743479" y="12133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726141" y="12097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726141" y="12097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658886" y="12429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658886" y="12429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788584" y="12295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788584" y="12295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745887" y="1272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745887" y="12722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646265" y="12177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646265" y="12177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644690" y="11883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644690" y="118832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712812" y="1293299"/>
              <a:ext cx="23495" cy="30480"/>
            </a:xfrm>
            <a:custGeom>
              <a:avLst/>
              <a:gdLst/>
              <a:ahLst/>
              <a:cxnLst/>
              <a:rect l="l" t="t" r="r" b="b"/>
              <a:pathLst>
                <a:path w="23494" h="30480">
                  <a:moveTo>
                    <a:pt x="0" y="30366"/>
                  </a:moveTo>
                  <a:lnTo>
                    <a:pt x="23099" y="30366"/>
                  </a:lnTo>
                  <a:lnTo>
                    <a:pt x="2309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705545" y="12932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590963" y="12030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590963" y="12030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649093" y="13395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3068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3068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2649102" y="13395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2583526" y="1375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583526" y="13751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2742850" y="10752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2742850" y="10752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2740580" y="10868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2740580" y="10868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2678476" y="114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678476" y="11456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2477314" y="1226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2477314" y="12266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2734250" y="13758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2734250" y="13758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2718774" y="1264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2718774" y="12648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2768010" y="14151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2768010" y="14151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2487970" y="14451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2487970" y="14451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2480056" y="13895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2480056" y="13895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2521703" y="13037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2521703" y="13037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2748712" y="14160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2748712" y="14160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2584706" y="14588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2584706" y="14588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object 60"/>
            <p:cNvSpPr/>
            <p:nvPr/>
          </p:nvSpPr>
          <p:spPr>
            <a:xfrm>
              <a:off x="2412376" y="12315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object 61"/>
            <p:cNvSpPr/>
            <p:nvPr/>
          </p:nvSpPr>
          <p:spPr>
            <a:xfrm>
              <a:off x="2412376" y="12315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2803497" y="1548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2803497" y="15486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object 64"/>
            <p:cNvSpPr/>
            <p:nvPr/>
          </p:nvSpPr>
          <p:spPr>
            <a:xfrm>
              <a:off x="2600460" y="12241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object 65"/>
            <p:cNvSpPr/>
            <p:nvPr/>
          </p:nvSpPr>
          <p:spPr>
            <a:xfrm>
              <a:off x="2600460" y="12241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2741340" y="16068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2741340" y="16068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object 68"/>
            <p:cNvSpPr/>
            <p:nvPr/>
          </p:nvSpPr>
          <p:spPr>
            <a:xfrm>
              <a:off x="2395446" y="13312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2395446" y="13312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2456566" y="12540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2456566" y="12540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object 72"/>
            <p:cNvSpPr/>
            <p:nvPr/>
          </p:nvSpPr>
          <p:spPr>
            <a:xfrm>
              <a:off x="2589193" y="13149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object 73"/>
            <p:cNvSpPr/>
            <p:nvPr/>
          </p:nvSpPr>
          <p:spPr>
            <a:xfrm>
              <a:off x="2589193" y="13149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2485050" y="11444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2485050" y="11444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object 76"/>
            <p:cNvSpPr/>
            <p:nvPr/>
          </p:nvSpPr>
          <p:spPr>
            <a:xfrm>
              <a:off x="2554118" y="11287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object 77"/>
            <p:cNvSpPr/>
            <p:nvPr/>
          </p:nvSpPr>
          <p:spPr>
            <a:xfrm>
              <a:off x="2554118" y="11287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2646851" y="1124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2646851" y="1124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object 80"/>
            <p:cNvSpPr/>
            <p:nvPr/>
          </p:nvSpPr>
          <p:spPr>
            <a:xfrm>
              <a:off x="2644850" y="1310457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80" h="30480">
                  <a:moveTo>
                    <a:pt x="0" y="30366"/>
                  </a:moveTo>
                  <a:lnTo>
                    <a:pt x="4698" y="30366"/>
                  </a:lnTo>
                  <a:lnTo>
                    <a:pt x="4698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object 81"/>
            <p:cNvSpPr/>
            <p:nvPr/>
          </p:nvSpPr>
          <p:spPr>
            <a:xfrm>
              <a:off x="2644850" y="13104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2975611" y="999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2975611" y="9991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object 84"/>
            <p:cNvSpPr/>
            <p:nvPr/>
          </p:nvSpPr>
          <p:spPr>
            <a:xfrm>
              <a:off x="2900789" y="9980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object 85"/>
            <p:cNvSpPr/>
            <p:nvPr/>
          </p:nvSpPr>
          <p:spPr>
            <a:xfrm>
              <a:off x="2900789" y="9980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2932384" y="10760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2932384" y="10760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object 88"/>
            <p:cNvSpPr/>
            <p:nvPr/>
          </p:nvSpPr>
          <p:spPr>
            <a:xfrm>
              <a:off x="2830041" y="1140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object 89"/>
            <p:cNvSpPr/>
            <p:nvPr/>
          </p:nvSpPr>
          <p:spPr>
            <a:xfrm>
              <a:off x="2830041" y="1140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481609" y="13850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481609" y="13850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object 92"/>
            <p:cNvSpPr/>
            <p:nvPr/>
          </p:nvSpPr>
          <p:spPr>
            <a:xfrm>
              <a:off x="2763472" y="991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2763472" y="991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object 94"/>
            <p:cNvSpPr/>
            <p:nvPr/>
          </p:nvSpPr>
          <p:spPr>
            <a:xfrm>
              <a:off x="2610301" y="1492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object 95"/>
            <p:cNvSpPr/>
            <p:nvPr/>
          </p:nvSpPr>
          <p:spPr>
            <a:xfrm>
              <a:off x="2610301" y="14927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object 96"/>
            <p:cNvSpPr/>
            <p:nvPr/>
          </p:nvSpPr>
          <p:spPr>
            <a:xfrm>
              <a:off x="2911592" y="11823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object 97"/>
            <p:cNvSpPr/>
            <p:nvPr/>
          </p:nvSpPr>
          <p:spPr>
            <a:xfrm>
              <a:off x="2911592" y="11823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object 98"/>
            <p:cNvSpPr/>
            <p:nvPr/>
          </p:nvSpPr>
          <p:spPr>
            <a:xfrm>
              <a:off x="2494244" y="13018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object 99"/>
            <p:cNvSpPr/>
            <p:nvPr/>
          </p:nvSpPr>
          <p:spPr>
            <a:xfrm>
              <a:off x="2494244" y="13018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object 100"/>
            <p:cNvSpPr/>
            <p:nvPr/>
          </p:nvSpPr>
          <p:spPr>
            <a:xfrm>
              <a:off x="2887322" y="13469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object 101"/>
            <p:cNvSpPr/>
            <p:nvPr/>
          </p:nvSpPr>
          <p:spPr>
            <a:xfrm>
              <a:off x="2887322" y="13469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object 102"/>
            <p:cNvSpPr/>
            <p:nvPr/>
          </p:nvSpPr>
          <p:spPr>
            <a:xfrm>
              <a:off x="2831443" y="14380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object 103"/>
            <p:cNvSpPr/>
            <p:nvPr/>
          </p:nvSpPr>
          <p:spPr>
            <a:xfrm>
              <a:off x="2831443" y="14380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object 104"/>
            <p:cNvSpPr/>
            <p:nvPr/>
          </p:nvSpPr>
          <p:spPr>
            <a:xfrm>
              <a:off x="2513807" y="1374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13807" y="13740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object 106"/>
            <p:cNvSpPr/>
            <p:nvPr/>
          </p:nvSpPr>
          <p:spPr>
            <a:xfrm>
              <a:off x="2593549" y="12720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object 107"/>
            <p:cNvSpPr/>
            <p:nvPr/>
          </p:nvSpPr>
          <p:spPr>
            <a:xfrm>
              <a:off x="2593549" y="127202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8" name="object 108"/>
            <p:cNvSpPr/>
            <p:nvPr/>
          </p:nvSpPr>
          <p:spPr>
            <a:xfrm>
              <a:off x="2782241" y="12951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9" name="object 109"/>
            <p:cNvSpPr/>
            <p:nvPr/>
          </p:nvSpPr>
          <p:spPr>
            <a:xfrm>
              <a:off x="2782241" y="129513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object 110"/>
            <p:cNvSpPr/>
            <p:nvPr/>
          </p:nvSpPr>
          <p:spPr>
            <a:xfrm>
              <a:off x="2715680" y="13141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1" name="object 111"/>
            <p:cNvSpPr/>
            <p:nvPr/>
          </p:nvSpPr>
          <p:spPr>
            <a:xfrm>
              <a:off x="2715680" y="13141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2" name="object 112"/>
            <p:cNvSpPr/>
            <p:nvPr/>
          </p:nvSpPr>
          <p:spPr>
            <a:xfrm>
              <a:off x="2411126" y="16078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3" name="object 113"/>
            <p:cNvSpPr/>
            <p:nvPr/>
          </p:nvSpPr>
          <p:spPr>
            <a:xfrm>
              <a:off x="2411126" y="16078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4" name="object 114"/>
            <p:cNvSpPr/>
            <p:nvPr/>
          </p:nvSpPr>
          <p:spPr>
            <a:xfrm>
              <a:off x="2847847" y="10265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5" name="object 115"/>
            <p:cNvSpPr/>
            <p:nvPr/>
          </p:nvSpPr>
          <p:spPr>
            <a:xfrm>
              <a:off x="2847847" y="10265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object 116"/>
            <p:cNvSpPr/>
            <p:nvPr/>
          </p:nvSpPr>
          <p:spPr>
            <a:xfrm>
              <a:off x="2615711" y="1249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object 117"/>
            <p:cNvSpPr/>
            <p:nvPr/>
          </p:nvSpPr>
          <p:spPr>
            <a:xfrm>
              <a:off x="2615711" y="12497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object 118"/>
            <p:cNvSpPr/>
            <p:nvPr/>
          </p:nvSpPr>
          <p:spPr>
            <a:xfrm>
              <a:off x="2404349" y="1510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9" name="object 119"/>
            <p:cNvSpPr/>
            <p:nvPr/>
          </p:nvSpPr>
          <p:spPr>
            <a:xfrm>
              <a:off x="2404349" y="15108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0" name="object 120"/>
            <p:cNvSpPr/>
            <p:nvPr/>
          </p:nvSpPr>
          <p:spPr>
            <a:xfrm>
              <a:off x="2798039" y="10386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1" name="object 121"/>
            <p:cNvSpPr/>
            <p:nvPr/>
          </p:nvSpPr>
          <p:spPr>
            <a:xfrm>
              <a:off x="2798039" y="10386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2" name="object 122"/>
            <p:cNvSpPr/>
            <p:nvPr/>
          </p:nvSpPr>
          <p:spPr>
            <a:xfrm>
              <a:off x="2731391" y="11306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3" name="object 123"/>
            <p:cNvSpPr/>
            <p:nvPr/>
          </p:nvSpPr>
          <p:spPr>
            <a:xfrm>
              <a:off x="2731391" y="11306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4" name="object 124"/>
            <p:cNvSpPr/>
            <p:nvPr/>
          </p:nvSpPr>
          <p:spPr>
            <a:xfrm>
              <a:off x="2837903" y="13104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5" name="object 125"/>
            <p:cNvSpPr/>
            <p:nvPr/>
          </p:nvSpPr>
          <p:spPr>
            <a:xfrm>
              <a:off x="2837903" y="13104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6" name="object 126"/>
            <p:cNvSpPr/>
            <p:nvPr/>
          </p:nvSpPr>
          <p:spPr>
            <a:xfrm>
              <a:off x="2604396" y="12357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7" name="object 127"/>
            <p:cNvSpPr/>
            <p:nvPr/>
          </p:nvSpPr>
          <p:spPr>
            <a:xfrm>
              <a:off x="2604396" y="12357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8" name="object 128"/>
            <p:cNvSpPr/>
            <p:nvPr/>
          </p:nvSpPr>
          <p:spPr>
            <a:xfrm>
              <a:off x="2699479" y="11976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9" name="object 129"/>
            <p:cNvSpPr/>
            <p:nvPr/>
          </p:nvSpPr>
          <p:spPr>
            <a:xfrm>
              <a:off x="2699479" y="11976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0" name="object 130"/>
            <p:cNvSpPr/>
            <p:nvPr/>
          </p:nvSpPr>
          <p:spPr>
            <a:xfrm>
              <a:off x="2603997" y="1356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1" name="object 131"/>
            <p:cNvSpPr/>
            <p:nvPr/>
          </p:nvSpPr>
          <p:spPr>
            <a:xfrm>
              <a:off x="2603997" y="13560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2" name="object 132"/>
            <p:cNvSpPr/>
            <p:nvPr/>
          </p:nvSpPr>
          <p:spPr>
            <a:xfrm>
              <a:off x="2713515" y="13287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3" name="object 133"/>
            <p:cNvSpPr/>
            <p:nvPr/>
          </p:nvSpPr>
          <p:spPr>
            <a:xfrm>
              <a:off x="2713515" y="13287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4" name="object 134"/>
            <p:cNvSpPr/>
            <p:nvPr/>
          </p:nvSpPr>
          <p:spPr>
            <a:xfrm>
              <a:off x="2970153" y="11449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2970153" y="11449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6" name="object 136"/>
            <p:cNvSpPr/>
            <p:nvPr/>
          </p:nvSpPr>
          <p:spPr>
            <a:xfrm>
              <a:off x="2873516" y="13256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7" name="object 137"/>
            <p:cNvSpPr/>
            <p:nvPr/>
          </p:nvSpPr>
          <p:spPr>
            <a:xfrm>
              <a:off x="2873516" y="132564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8" name="object 138"/>
            <p:cNvSpPr/>
            <p:nvPr/>
          </p:nvSpPr>
          <p:spPr>
            <a:xfrm>
              <a:off x="2505689" y="1040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9" name="object 139"/>
            <p:cNvSpPr/>
            <p:nvPr/>
          </p:nvSpPr>
          <p:spPr>
            <a:xfrm>
              <a:off x="2505689" y="10400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0" name="object 140"/>
            <p:cNvSpPr/>
            <p:nvPr/>
          </p:nvSpPr>
          <p:spPr>
            <a:xfrm>
              <a:off x="2746342" y="1082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1" name="object 141"/>
            <p:cNvSpPr/>
            <p:nvPr/>
          </p:nvSpPr>
          <p:spPr>
            <a:xfrm>
              <a:off x="2746342" y="10826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2" name="object 142"/>
            <p:cNvSpPr/>
            <p:nvPr/>
          </p:nvSpPr>
          <p:spPr>
            <a:xfrm>
              <a:off x="2585071" y="15403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3" name="object 143"/>
            <p:cNvSpPr/>
            <p:nvPr/>
          </p:nvSpPr>
          <p:spPr>
            <a:xfrm>
              <a:off x="2585071" y="15403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4" name="object 144"/>
            <p:cNvSpPr/>
            <p:nvPr/>
          </p:nvSpPr>
          <p:spPr>
            <a:xfrm>
              <a:off x="2705016" y="1432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5" name="object 145"/>
            <p:cNvSpPr/>
            <p:nvPr/>
          </p:nvSpPr>
          <p:spPr>
            <a:xfrm>
              <a:off x="2705016" y="14321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6" name="object 146"/>
            <p:cNvSpPr/>
            <p:nvPr/>
          </p:nvSpPr>
          <p:spPr>
            <a:xfrm>
              <a:off x="2432173" y="15288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7" name="object 147"/>
            <p:cNvSpPr/>
            <p:nvPr/>
          </p:nvSpPr>
          <p:spPr>
            <a:xfrm>
              <a:off x="2432173" y="15288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object 148"/>
            <p:cNvSpPr/>
            <p:nvPr/>
          </p:nvSpPr>
          <p:spPr>
            <a:xfrm>
              <a:off x="2637119" y="1526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37119" y="1526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69703" y="125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1" name="object 151"/>
            <p:cNvSpPr/>
            <p:nvPr/>
          </p:nvSpPr>
          <p:spPr>
            <a:xfrm>
              <a:off x="2669703" y="12551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2" name="object 152"/>
            <p:cNvSpPr/>
            <p:nvPr/>
          </p:nvSpPr>
          <p:spPr>
            <a:xfrm>
              <a:off x="2583396" y="15915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3" name="object 153"/>
            <p:cNvSpPr/>
            <p:nvPr/>
          </p:nvSpPr>
          <p:spPr>
            <a:xfrm>
              <a:off x="2583396" y="15915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4" name="object 154"/>
            <p:cNvSpPr/>
            <p:nvPr/>
          </p:nvSpPr>
          <p:spPr>
            <a:xfrm>
              <a:off x="2854273" y="1237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5" name="object 155"/>
            <p:cNvSpPr/>
            <p:nvPr/>
          </p:nvSpPr>
          <p:spPr>
            <a:xfrm>
              <a:off x="2854273" y="12371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6" name="object 156"/>
            <p:cNvSpPr/>
            <p:nvPr/>
          </p:nvSpPr>
          <p:spPr>
            <a:xfrm>
              <a:off x="2774067" y="14339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7" name="object 157"/>
            <p:cNvSpPr/>
            <p:nvPr/>
          </p:nvSpPr>
          <p:spPr>
            <a:xfrm>
              <a:off x="2774067" y="14339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8" name="object 158"/>
            <p:cNvSpPr/>
            <p:nvPr/>
          </p:nvSpPr>
          <p:spPr>
            <a:xfrm>
              <a:off x="2592043" y="14355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9" name="object 159"/>
            <p:cNvSpPr/>
            <p:nvPr/>
          </p:nvSpPr>
          <p:spPr>
            <a:xfrm>
              <a:off x="2592043" y="14355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0" name="object 160"/>
            <p:cNvSpPr/>
            <p:nvPr/>
          </p:nvSpPr>
          <p:spPr>
            <a:xfrm>
              <a:off x="2684450" y="17256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1" name="object 161"/>
            <p:cNvSpPr/>
            <p:nvPr/>
          </p:nvSpPr>
          <p:spPr>
            <a:xfrm>
              <a:off x="2684450" y="17256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2" name="object 162"/>
            <p:cNvSpPr/>
            <p:nvPr/>
          </p:nvSpPr>
          <p:spPr>
            <a:xfrm>
              <a:off x="2723902" y="17193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3" name="object 163"/>
            <p:cNvSpPr/>
            <p:nvPr/>
          </p:nvSpPr>
          <p:spPr>
            <a:xfrm>
              <a:off x="2723902" y="17193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4" name="object 164"/>
            <p:cNvSpPr/>
            <p:nvPr/>
          </p:nvSpPr>
          <p:spPr>
            <a:xfrm>
              <a:off x="2597233" y="1144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5" name="object 165"/>
            <p:cNvSpPr/>
            <p:nvPr/>
          </p:nvSpPr>
          <p:spPr>
            <a:xfrm>
              <a:off x="2597233" y="11446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6" name="object 166"/>
            <p:cNvSpPr/>
            <p:nvPr/>
          </p:nvSpPr>
          <p:spPr>
            <a:xfrm>
              <a:off x="2580698" y="1443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7" name="object 167"/>
            <p:cNvSpPr/>
            <p:nvPr/>
          </p:nvSpPr>
          <p:spPr>
            <a:xfrm>
              <a:off x="2580698" y="1443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8" name="object 168"/>
            <p:cNvSpPr/>
            <p:nvPr/>
          </p:nvSpPr>
          <p:spPr>
            <a:xfrm>
              <a:off x="2628481" y="13305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22123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2123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9" name="object 169"/>
            <p:cNvSpPr/>
            <p:nvPr/>
          </p:nvSpPr>
          <p:spPr>
            <a:xfrm>
              <a:off x="2628485" y="133050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0" name="object 170"/>
            <p:cNvSpPr/>
            <p:nvPr/>
          </p:nvSpPr>
          <p:spPr>
            <a:xfrm>
              <a:off x="2693652" y="15632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1" name="object 171"/>
            <p:cNvSpPr/>
            <p:nvPr/>
          </p:nvSpPr>
          <p:spPr>
            <a:xfrm>
              <a:off x="2693652" y="15632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2" name="object 172"/>
            <p:cNvSpPr/>
            <p:nvPr/>
          </p:nvSpPr>
          <p:spPr>
            <a:xfrm>
              <a:off x="2601281" y="14196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3" name="object 173"/>
            <p:cNvSpPr/>
            <p:nvPr/>
          </p:nvSpPr>
          <p:spPr>
            <a:xfrm>
              <a:off x="2601281" y="14196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4" name="object 174"/>
            <p:cNvSpPr/>
            <p:nvPr/>
          </p:nvSpPr>
          <p:spPr>
            <a:xfrm>
              <a:off x="2530980" y="1375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5" name="object 175"/>
            <p:cNvSpPr/>
            <p:nvPr/>
          </p:nvSpPr>
          <p:spPr>
            <a:xfrm>
              <a:off x="2530980" y="13758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6" name="object 176"/>
            <p:cNvSpPr/>
            <p:nvPr/>
          </p:nvSpPr>
          <p:spPr>
            <a:xfrm>
              <a:off x="2535236" y="13630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7" name="object 177"/>
            <p:cNvSpPr/>
            <p:nvPr/>
          </p:nvSpPr>
          <p:spPr>
            <a:xfrm>
              <a:off x="2535236" y="13630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8" name="object 178"/>
            <p:cNvSpPr/>
            <p:nvPr/>
          </p:nvSpPr>
          <p:spPr>
            <a:xfrm>
              <a:off x="2640060" y="14717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9" name="object 179"/>
            <p:cNvSpPr/>
            <p:nvPr/>
          </p:nvSpPr>
          <p:spPr>
            <a:xfrm>
              <a:off x="2640060" y="14717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0" name="object 180"/>
            <p:cNvSpPr/>
            <p:nvPr/>
          </p:nvSpPr>
          <p:spPr>
            <a:xfrm>
              <a:off x="2596612" y="1221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1" name="object 181"/>
            <p:cNvSpPr/>
            <p:nvPr/>
          </p:nvSpPr>
          <p:spPr>
            <a:xfrm>
              <a:off x="2596612" y="1221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2" name="object 182"/>
            <p:cNvSpPr/>
            <p:nvPr/>
          </p:nvSpPr>
          <p:spPr>
            <a:xfrm>
              <a:off x="2623235" y="11992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3" name="object 183"/>
            <p:cNvSpPr/>
            <p:nvPr/>
          </p:nvSpPr>
          <p:spPr>
            <a:xfrm>
              <a:off x="2623235" y="11992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4" name="object 184"/>
            <p:cNvSpPr/>
            <p:nvPr/>
          </p:nvSpPr>
          <p:spPr>
            <a:xfrm>
              <a:off x="2472702" y="14548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5" name="object 185"/>
            <p:cNvSpPr/>
            <p:nvPr/>
          </p:nvSpPr>
          <p:spPr>
            <a:xfrm>
              <a:off x="2472702" y="14548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6" name="object 186"/>
            <p:cNvSpPr/>
            <p:nvPr/>
          </p:nvSpPr>
          <p:spPr>
            <a:xfrm>
              <a:off x="2668900" y="14764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7" name="object 187"/>
            <p:cNvSpPr/>
            <p:nvPr/>
          </p:nvSpPr>
          <p:spPr>
            <a:xfrm>
              <a:off x="2668900" y="14764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8" name="object 188"/>
            <p:cNvSpPr/>
            <p:nvPr/>
          </p:nvSpPr>
          <p:spPr>
            <a:xfrm>
              <a:off x="2731434" y="11021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9" name="object 189"/>
            <p:cNvSpPr/>
            <p:nvPr/>
          </p:nvSpPr>
          <p:spPr>
            <a:xfrm>
              <a:off x="2731434" y="11021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0" name="object 190"/>
            <p:cNvSpPr/>
            <p:nvPr/>
          </p:nvSpPr>
          <p:spPr>
            <a:xfrm>
              <a:off x="2742156" y="13976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1" name="object 191"/>
            <p:cNvSpPr/>
            <p:nvPr/>
          </p:nvSpPr>
          <p:spPr>
            <a:xfrm>
              <a:off x="2742156" y="13976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2" name="object 192"/>
            <p:cNvSpPr/>
            <p:nvPr/>
          </p:nvSpPr>
          <p:spPr>
            <a:xfrm>
              <a:off x="2675026" y="13530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3" name="object 193"/>
            <p:cNvSpPr/>
            <p:nvPr/>
          </p:nvSpPr>
          <p:spPr>
            <a:xfrm>
              <a:off x="2675026" y="13530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4" name="object 194"/>
            <p:cNvSpPr/>
            <p:nvPr/>
          </p:nvSpPr>
          <p:spPr>
            <a:xfrm>
              <a:off x="2339498" y="17453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5" name="object 195"/>
            <p:cNvSpPr/>
            <p:nvPr/>
          </p:nvSpPr>
          <p:spPr>
            <a:xfrm>
              <a:off x="2339498" y="17453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6" name="object 196"/>
            <p:cNvSpPr/>
            <p:nvPr/>
          </p:nvSpPr>
          <p:spPr>
            <a:xfrm>
              <a:off x="2707502" y="18685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7" name="object 197"/>
            <p:cNvSpPr/>
            <p:nvPr/>
          </p:nvSpPr>
          <p:spPr>
            <a:xfrm>
              <a:off x="2707502" y="18685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8" name="object 198"/>
            <p:cNvSpPr/>
            <p:nvPr/>
          </p:nvSpPr>
          <p:spPr>
            <a:xfrm>
              <a:off x="2755450" y="191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9" name="object 199"/>
            <p:cNvSpPr/>
            <p:nvPr/>
          </p:nvSpPr>
          <p:spPr>
            <a:xfrm>
              <a:off x="2755450" y="1919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0" name="object 200"/>
            <p:cNvSpPr/>
            <p:nvPr/>
          </p:nvSpPr>
          <p:spPr>
            <a:xfrm>
              <a:off x="2798941" y="19516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1" name="object 201"/>
            <p:cNvSpPr/>
            <p:nvPr/>
          </p:nvSpPr>
          <p:spPr>
            <a:xfrm>
              <a:off x="2798941" y="19516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2" name="object 202"/>
            <p:cNvSpPr/>
            <p:nvPr/>
          </p:nvSpPr>
          <p:spPr>
            <a:xfrm>
              <a:off x="2867007" y="18045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3" name="object 203"/>
            <p:cNvSpPr/>
            <p:nvPr/>
          </p:nvSpPr>
          <p:spPr>
            <a:xfrm>
              <a:off x="2867007" y="18045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4" name="object 204"/>
            <p:cNvSpPr/>
            <p:nvPr/>
          </p:nvSpPr>
          <p:spPr>
            <a:xfrm>
              <a:off x="2850659" y="19008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5" name="object 205"/>
            <p:cNvSpPr/>
            <p:nvPr/>
          </p:nvSpPr>
          <p:spPr>
            <a:xfrm>
              <a:off x="2850659" y="19008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6" name="object 206"/>
            <p:cNvSpPr/>
            <p:nvPr/>
          </p:nvSpPr>
          <p:spPr>
            <a:xfrm>
              <a:off x="2816834" y="2040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7" name="object 207"/>
            <p:cNvSpPr/>
            <p:nvPr/>
          </p:nvSpPr>
          <p:spPr>
            <a:xfrm>
              <a:off x="2816834" y="2040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8" name="object 208"/>
            <p:cNvSpPr/>
            <p:nvPr/>
          </p:nvSpPr>
          <p:spPr>
            <a:xfrm>
              <a:off x="2757936" y="20111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object 209"/>
            <p:cNvSpPr/>
            <p:nvPr/>
          </p:nvSpPr>
          <p:spPr>
            <a:xfrm>
              <a:off x="2757936" y="20111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0" name="object 210"/>
            <p:cNvSpPr/>
            <p:nvPr/>
          </p:nvSpPr>
          <p:spPr>
            <a:xfrm>
              <a:off x="2916508" y="20952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1" name="object 211"/>
            <p:cNvSpPr/>
            <p:nvPr/>
          </p:nvSpPr>
          <p:spPr>
            <a:xfrm>
              <a:off x="2916508" y="20952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2" name="object 212"/>
            <p:cNvSpPr/>
            <p:nvPr/>
          </p:nvSpPr>
          <p:spPr>
            <a:xfrm>
              <a:off x="2845479" y="21303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object 213"/>
            <p:cNvSpPr/>
            <p:nvPr/>
          </p:nvSpPr>
          <p:spPr>
            <a:xfrm>
              <a:off x="2845479" y="21303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4" name="object 214"/>
            <p:cNvSpPr/>
            <p:nvPr/>
          </p:nvSpPr>
          <p:spPr>
            <a:xfrm>
              <a:off x="2838597" y="2184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5" name="object 215"/>
            <p:cNvSpPr/>
            <p:nvPr/>
          </p:nvSpPr>
          <p:spPr>
            <a:xfrm>
              <a:off x="2838597" y="21841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6" name="object 216"/>
            <p:cNvSpPr/>
            <p:nvPr/>
          </p:nvSpPr>
          <p:spPr>
            <a:xfrm>
              <a:off x="2880054" y="20963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7" name="object 217"/>
            <p:cNvSpPr/>
            <p:nvPr/>
          </p:nvSpPr>
          <p:spPr>
            <a:xfrm>
              <a:off x="2880054" y="20963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8" name="object 218"/>
            <p:cNvSpPr/>
            <p:nvPr/>
          </p:nvSpPr>
          <p:spPr>
            <a:xfrm>
              <a:off x="2755536" y="21987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9" name="object 219"/>
            <p:cNvSpPr/>
            <p:nvPr/>
          </p:nvSpPr>
          <p:spPr>
            <a:xfrm>
              <a:off x="2755536" y="21987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0" name="object 220"/>
            <p:cNvSpPr/>
            <p:nvPr/>
          </p:nvSpPr>
          <p:spPr>
            <a:xfrm>
              <a:off x="2746980" y="21563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1" name="object 221"/>
            <p:cNvSpPr/>
            <p:nvPr/>
          </p:nvSpPr>
          <p:spPr>
            <a:xfrm>
              <a:off x="2746980" y="21563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2" name="object 222"/>
            <p:cNvSpPr/>
            <p:nvPr/>
          </p:nvSpPr>
          <p:spPr>
            <a:xfrm>
              <a:off x="2747731" y="2164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3" name="object 223"/>
            <p:cNvSpPr/>
            <p:nvPr/>
          </p:nvSpPr>
          <p:spPr>
            <a:xfrm>
              <a:off x="2747731" y="21646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4" name="object 224"/>
            <p:cNvSpPr/>
            <p:nvPr/>
          </p:nvSpPr>
          <p:spPr>
            <a:xfrm>
              <a:off x="2540486" y="2120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5" name="object 225"/>
            <p:cNvSpPr/>
            <p:nvPr/>
          </p:nvSpPr>
          <p:spPr>
            <a:xfrm>
              <a:off x="2540486" y="212062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6" name="object 226"/>
            <p:cNvSpPr/>
            <p:nvPr/>
          </p:nvSpPr>
          <p:spPr>
            <a:xfrm>
              <a:off x="2511633" y="2075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7" name="object 227"/>
            <p:cNvSpPr/>
            <p:nvPr/>
          </p:nvSpPr>
          <p:spPr>
            <a:xfrm>
              <a:off x="2511633" y="2075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8" name="object 228"/>
            <p:cNvSpPr/>
            <p:nvPr/>
          </p:nvSpPr>
          <p:spPr>
            <a:xfrm>
              <a:off x="2467608" y="20290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9" name="object 229"/>
            <p:cNvSpPr/>
            <p:nvPr/>
          </p:nvSpPr>
          <p:spPr>
            <a:xfrm>
              <a:off x="2467608" y="20290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0" name="object 230"/>
            <p:cNvSpPr/>
            <p:nvPr/>
          </p:nvSpPr>
          <p:spPr>
            <a:xfrm>
              <a:off x="2424698" y="22419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1" name="object 231"/>
            <p:cNvSpPr/>
            <p:nvPr/>
          </p:nvSpPr>
          <p:spPr>
            <a:xfrm>
              <a:off x="2424698" y="22419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2" name="object 232"/>
            <p:cNvSpPr/>
            <p:nvPr/>
          </p:nvSpPr>
          <p:spPr>
            <a:xfrm>
              <a:off x="2488373" y="21770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3" name="object 233"/>
            <p:cNvSpPr/>
            <p:nvPr/>
          </p:nvSpPr>
          <p:spPr>
            <a:xfrm>
              <a:off x="2488373" y="21770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4" name="object 234"/>
            <p:cNvSpPr/>
            <p:nvPr/>
          </p:nvSpPr>
          <p:spPr>
            <a:xfrm>
              <a:off x="2544660" y="22003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5" name="object 235"/>
            <p:cNvSpPr/>
            <p:nvPr/>
          </p:nvSpPr>
          <p:spPr>
            <a:xfrm>
              <a:off x="2544660" y="22003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6" name="object 236"/>
            <p:cNvSpPr/>
            <p:nvPr/>
          </p:nvSpPr>
          <p:spPr>
            <a:xfrm>
              <a:off x="2642933" y="21050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7" name="object 237"/>
            <p:cNvSpPr/>
            <p:nvPr/>
          </p:nvSpPr>
          <p:spPr>
            <a:xfrm>
              <a:off x="2642933" y="21050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8" name="object 238"/>
            <p:cNvSpPr/>
            <p:nvPr/>
          </p:nvSpPr>
          <p:spPr>
            <a:xfrm>
              <a:off x="2645816" y="21181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27000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7000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9" name="object 239"/>
            <p:cNvSpPr/>
            <p:nvPr/>
          </p:nvSpPr>
          <p:spPr>
            <a:xfrm>
              <a:off x="2645818" y="21181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0" name="object 240"/>
            <p:cNvSpPr/>
            <p:nvPr/>
          </p:nvSpPr>
          <p:spPr>
            <a:xfrm>
              <a:off x="2665107" y="214043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4749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4749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1" name="object 241"/>
            <p:cNvSpPr/>
            <p:nvPr/>
          </p:nvSpPr>
          <p:spPr>
            <a:xfrm>
              <a:off x="2665108" y="21404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2" name="object 242"/>
            <p:cNvSpPr/>
            <p:nvPr/>
          </p:nvSpPr>
          <p:spPr>
            <a:xfrm>
              <a:off x="2584203" y="21388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3" name="object 243"/>
            <p:cNvSpPr/>
            <p:nvPr/>
          </p:nvSpPr>
          <p:spPr>
            <a:xfrm>
              <a:off x="2584203" y="21388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4" name="object 244"/>
            <p:cNvSpPr/>
            <p:nvPr/>
          </p:nvSpPr>
          <p:spPr>
            <a:xfrm>
              <a:off x="2629248" y="22389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5" name="object 245"/>
            <p:cNvSpPr/>
            <p:nvPr/>
          </p:nvSpPr>
          <p:spPr>
            <a:xfrm>
              <a:off x="2629248" y="22389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6" name="object 246"/>
            <p:cNvSpPr/>
            <p:nvPr/>
          </p:nvSpPr>
          <p:spPr>
            <a:xfrm>
              <a:off x="2635114" y="22254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7" name="object 247"/>
            <p:cNvSpPr/>
            <p:nvPr/>
          </p:nvSpPr>
          <p:spPr>
            <a:xfrm>
              <a:off x="2635114" y="22254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8" name="object 248"/>
            <p:cNvSpPr/>
            <p:nvPr/>
          </p:nvSpPr>
          <p:spPr>
            <a:xfrm>
              <a:off x="2647723" y="19597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9" name="object 249"/>
            <p:cNvSpPr/>
            <p:nvPr/>
          </p:nvSpPr>
          <p:spPr>
            <a:xfrm>
              <a:off x="2647723" y="19597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0" name="object 250"/>
            <p:cNvSpPr/>
            <p:nvPr/>
          </p:nvSpPr>
          <p:spPr>
            <a:xfrm>
              <a:off x="2713737" y="2032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1" name="object 251"/>
            <p:cNvSpPr/>
            <p:nvPr/>
          </p:nvSpPr>
          <p:spPr>
            <a:xfrm>
              <a:off x="2713737" y="20324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2" name="object 252"/>
            <p:cNvSpPr/>
            <p:nvPr/>
          </p:nvSpPr>
          <p:spPr>
            <a:xfrm>
              <a:off x="2682051" y="23257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3" name="object 253"/>
            <p:cNvSpPr/>
            <p:nvPr/>
          </p:nvSpPr>
          <p:spPr>
            <a:xfrm>
              <a:off x="2682051" y="23257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4" name="object 254"/>
            <p:cNvSpPr/>
            <p:nvPr/>
          </p:nvSpPr>
          <p:spPr>
            <a:xfrm>
              <a:off x="2745882" y="22918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5" name="object 255"/>
            <p:cNvSpPr/>
            <p:nvPr/>
          </p:nvSpPr>
          <p:spPr>
            <a:xfrm>
              <a:off x="2745882" y="22918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6" name="object 256"/>
            <p:cNvSpPr/>
            <p:nvPr/>
          </p:nvSpPr>
          <p:spPr>
            <a:xfrm>
              <a:off x="2724810" y="21162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28905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28905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7" name="object 257"/>
            <p:cNvSpPr/>
            <p:nvPr/>
          </p:nvSpPr>
          <p:spPr>
            <a:xfrm>
              <a:off x="2724813" y="21162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8" name="object 258"/>
            <p:cNvSpPr/>
            <p:nvPr/>
          </p:nvSpPr>
          <p:spPr>
            <a:xfrm>
              <a:off x="2698599" y="222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9" name="object 259"/>
            <p:cNvSpPr/>
            <p:nvPr/>
          </p:nvSpPr>
          <p:spPr>
            <a:xfrm>
              <a:off x="2698599" y="22223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0" name="object 260"/>
            <p:cNvSpPr/>
            <p:nvPr/>
          </p:nvSpPr>
          <p:spPr>
            <a:xfrm>
              <a:off x="2676797" y="19021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1" name="object 261"/>
            <p:cNvSpPr/>
            <p:nvPr/>
          </p:nvSpPr>
          <p:spPr>
            <a:xfrm>
              <a:off x="2676797" y="190214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2" name="object 262"/>
            <p:cNvSpPr/>
            <p:nvPr/>
          </p:nvSpPr>
          <p:spPr>
            <a:xfrm>
              <a:off x="2659867" y="2162822"/>
              <a:ext cx="14604" cy="30480"/>
            </a:xfrm>
            <a:custGeom>
              <a:avLst/>
              <a:gdLst/>
              <a:ahLst/>
              <a:cxnLst/>
              <a:rect l="l" t="t" r="r" b="b"/>
              <a:pathLst>
                <a:path w="14605" h="30480">
                  <a:moveTo>
                    <a:pt x="0" y="30366"/>
                  </a:moveTo>
                  <a:lnTo>
                    <a:pt x="13992" y="30366"/>
                  </a:lnTo>
                  <a:lnTo>
                    <a:pt x="13992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3" name="object 263"/>
            <p:cNvSpPr/>
            <p:nvPr/>
          </p:nvSpPr>
          <p:spPr>
            <a:xfrm>
              <a:off x="2659867" y="21628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4" name="object 264"/>
            <p:cNvSpPr/>
            <p:nvPr/>
          </p:nvSpPr>
          <p:spPr>
            <a:xfrm>
              <a:off x="2604947" y="21269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5" name="object 265"/>
            <p:cNvSpPr/>
            <p:nvPr/>
          </p:nvSpPr>
          <p:spPr>
            <a:xfrm>
              <a:off x="2604947" y="212690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6" name="object 266"/>
            <p:cNvSpPr/>
            <p:nvPr/>
          </p:nvSpPr>
          <p:spPr>
            <a:xfrm>
              <a:off x="2791344" y="22752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7" name="object 267"/>
            <p:cNvSpPr/>
            <p:nvPr/>
          </p:nvSpPr>
          <p:spPr>
            <a:xfrm>
              <a:off x="2791344" y="22752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8" name="object 268"/>
            <p:cNvSpPr/>
            <p:nvPr/>
          </p:nvSpPr>
          <p:spPr>
            <a:xfrm>
              <a:off x="2756617" y="21557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9" name="object 269"/>
            <p:cNvSpPr/>
            <p:nvPr/>
          </p:nvSpPr>
          <p:spPr>
            <a:xfrm>
              <a:off x="2756617" y="21557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0" name="object 270"/>
            <p:cNvSpPr/>
            <p:nvPr/>
          </p:nvSpPr>
          <p:spPr>
            <a:xfrm>
              <a:off x="2885742" y="19748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1" name="object 271"/>
            <p:cNvSpPr/>
            <p:nvPr/>
          </p:nvSpPr>
          <p:spPr>
            <a:xfrm>
              <a:off x="2885742" y="19748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2" name="object 272"/>
            <p:cNvSpPr/>
            <p:nvPr/>
          </p:nvSpPr>
          <p:spPr>
            <a:xfrm>
              <a:off x="2647957" y="20401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3" name="object 273"/>
            <p:cNvSpPr/>
            <p:nvPr/>
          </p:nvSpPr>
          <p:spPr>
            <a:xfrm>
              <a:off x="2647957" y="20401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4" name="object 274"/>
            <p:cNvSpPr/>
            <p:nvPr/>
          </p:nvSpPr>
          <p:spPr>
            <a:xfrm>
              <a:off x="2824010" y="22655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5" name="object 275"/>
            <p:cNvSpPr/>
            <p:nvPr/>
          </p:nvSpPr>
          <p:spPr>
            <a:xfrm>
              <a:off x="2824010" y="226550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6" name="object 276"/>
            <p:cNvSpPr/>
            <p:nvPr/>
          </p:nvSpPr>
          <p:spPr>
            <a:xfrm>
              <a:off x="2561030" y="22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7" name="object 277"/>
            <p:cNvSpPr/>
            <p:nvPr/>
          </p:nvSpPr>
          <p:spPr>
            <a:xfrm>
              <a:off x="2561030" y="229452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8" name="object 278"/>
            <p:cNvSpPr/>
            <p:nvPr/>
          </p:nvSpPr>
          <p:spPr>
            <a:xfrm>
              <a:off x="2662461" y="20897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9" name="object 279"/>
            <p:cNvSpPr/>
            <p:nvPr/>
          </p:nvSpPr>
          <p:spPr>
            <a:xfrm>
              <a:off x="2662461" y="20897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0" name="object 280"/>
            <p:cNvSpPr/>
            <p:nvPr/>
          </p:nvSpPr>
          <p:spPr>
            <a:xfrm>
              <a:off x="2679743" y="19930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1" name="object 281"/>
            <p:cNvSpPr/>
            <p:nvPr/>
          </p:nvSpPr>
          <p:spPr>
            <a:xfrm>
              <a:off x="2679743" y="19930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2" name="object 282"/>
            <p:cNvSpPr/>
            <p:nvPr/>
          </p:nvSpPr>
          <p:spPr>
            <a:xfrm>
              <a:off x="2700226" y="19745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3" name="object 283"/>
            <p:cNvSpPr/>
            <p:nvPr/>
          </p:nvSpPr>
          <p:spPr>
            <a:xfrm>
              <a:off x="2700226" y="19745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4" name="object 284"/>
            <p:cNvSpPr/>
            <p:nvPr/>
          </p:nvSpPr>
          <p:spPr>
            <a:xfrm>
              <a:off x="2522172" y="22943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5" name="object 285"/>
            <p:cNvSpPr/>
            <p:nvPr/>
          </p:nvSpPr>
          <p:spPr>
            <a:xfrm>
              <a:off x="2522172" y="22943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6" name="object 286"/>
            <p:cNvSpPr/>
            <p:nvPr/>
          </p:nvSpPr>
          <p:spPr>
            <a:xfrm>
              <a:off x="2551229" y="23340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7" name="object 287"/>
            <p:cNvSpPr/>
            <p:nvPr/>
          </p:nvSpPr>
          <p:spPr>
            <a:xfrm>
              <a:off x="2551229" y="23340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8" name="object 288"/>
            <p:cNvSpPr/>
            <p:nvPr/>
          </p:nvSpPr>
          <p:spPr>
            <a:xfrm>
              <a:off x="2860959" y="19418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9" name="object 289"/>
            <p:cNvSpPr/>
            <p:nvPr/>
          </p:nvSpPr>
          <p:spPr>
            <a:xfrm>
              <a:off x="2860959" y="19418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0" name="object 290"/>
            <p:cNvSpPr/>
            <p:nvPr/>
          </p:nvSpPr>
          <p:spPr>
            <a:xfrm>
              <a:off x="2597306" y="21998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1" name="object 291"/>
            <p:cNvSpPr/>
            <p:nvPr/>
          </p:nvSpPr>
          <p:spPr>
            <a:xfrm>
              <a:off x="2597306" y="21998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2" name="object 292"/>
            <p:cNvSpPr/>
            <p:nvPr/>
          </p:nvSpPr>
          <p:spPr>
            <a:xfrm>
              <a:off x="2765654" y="2142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3" name="object 293"/>
            <p:cNvSpPr/>
            <p:nvPr/>
          </p:nvSpPr>
          <p:spPr>
            <a:xfrm>
              <a:off x="2765654" y="214291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4" name="object 294"/>
            <p:cNvSpPr/>
            <p:nvPr/>
          </p:nvSpPr>
          <p:spPr>
            <a:xfrm>
              <a:off x="2571660" y="2184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5" name="object 295"/>
            <p:cNvSpPr/>
            <p:nvPr/>
          </p:nvSpPr>
          <p:spPr>
            <a:xfrm>
              <a:off x="2571660" y="21849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6" name="object 296"/>
            <p:cNvSpPr/>
            <p:nvPr/>
          </p:nvSpPr>
          <p:spPr>
            <a:xfrm>
              <a:off x="2422776" y="2227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7" name="object 297"/>
            <p:cNvSpPr/>
            <p:nvPr/>
          </p:nvSpPr>
          <p:spPr>
            <a:xfrm>
              <a:off x="2422776" y="22272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8" name="object 298"/>
            <p:cNvSpPr/>
            <p:nvPr/>
          </p:nvSpPr>
          <p:spPr>
            <a:xfrm>
              <a:off x="2518818" y="22834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9" name="object 299"/>
            <p:cNvSpPr/>
            <p:nvPr/>
          </p:nvSpPr>
          <p:spPr>
            <a:xfrm>
              <a:off x="2518818" y="22834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0" name="object 300"/>
            <p:cNvSpPr/>
            <p:nvPr/>
          </p:nvSpPr>
          <p:spPr>
            <a:xfrm>
              <a:off x="2683409" y="19055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1" name="object 301"/>
            <p:cNvSpPr/>
            <p:nvPr/>
          </p:nvSpPr>
          <p:spPr>
            <a:xfrm>
              <a:off x="2683409" y="190558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2" name="object 302"/>
            <p:cNvSpPr/>
            <p:nvPr/>
          </p:nvSpPr>
          <p:spPr>
            <a:xfrm>
              <a:off x="2796702" y="19684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3" name="object 303"/>
            <p:cNvSpPr/>
            <p:nvPr/>
          </p:nvSpPr>
          <p:spPr>
            <a:xfrm>
              <a:off x="2796702" y="19684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4" name="object 304"/>
            <p:cNvSpPr/>
            <p:nvPr/>
          </p:nvSpPr>
          <p:spPr>
            <a:xfrm>
              <a:off x="2754907" y="19345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5" name="object 305"/>
            <p:cNvSpPr/>
            <p:nvPr/>
          </p:nvSpPr>
          <p:spPr>
            <a:xfrm>
              <a:off x="2754907" y="19345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6" name="object 306"/>
            <p:cNvSpPr/>
            <p:nvPr/>
          </p:nvSpPr>
          <p:spPr>
            <a:xfrm>
              <a:off x="2693219" y="2038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7" name="object 307"/>
            <p:cNvSpPr/>
            <p:nvPr/>
          </p:nvSpPr>
          <p:spPr>
            <a:xfrm>
              <a:off x="2693219" y="203815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8" name="object 308"/>
            <p:cNvSpPr/>
            <p:nvPr/>
          </p:nvSpPr>
          <p:spPr>
            <a:xfrm>
              <a:off x="2518150" y="22342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9" name="object 309"/>
            <p:cNvSpPr/>
            <p:nvPr/>
          </p:nvSpPr>
          <p:spPr>
            <a:xfrm>
              <a:off x="2518150" y="22342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0" name="object 310"/>
            <p:cNvSpPr/>
            <p:nvPr/>
          </p:nvSpPr>
          <p:spPr>
            <a:xfrm>
              <a:off x="2691414" y="22832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1" name="object 311"/>
            <p:cNvSpPr/>
            <p:nvPr/>
          </p:nvSpPr>
          <p:spPr>
            <a:xfrm>
              <a:off x="2691414" y="22832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2" name="object 312"/>
            <p:cNvSpPr/>
            <p:nvPr/>
          </p:nvSpPr>
          <p:spPr>
            <a:xfrm>
              <a:off x="2647540" y="2101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3" name="object 313"/>
            <p:cNvSpPr/>
            <p:nvPr/>
          </p:nvSpPr>
          <p:spPr>
            <a:xfrm>
              <a:off x="2647540" y="21018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4" name="object 314"/>
            <p:cNvSpPr/>
            <p:nvPr/>
          </p:nvSpPr>
          <p:spPr>
            <a:xfrm>
              <a:off x="2693093" y="20051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5" name="object 315"/>
            <p:cNvSpPr/>
            <p:nvPr/>
          </p:nvSpPr>
          <p:spPr>
            <a:xfrm>
              <a:off x="2693093" y="20051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6" name="object 316"/>
            <p:cNvSpPr/>
            <p:nvPr/>
          </p:nvSpPr>
          <p:spPr>
            <a:xfrm>
              <a:off x="2783248" y="2140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7" name="object 317"/>
            <p:cNvSpPr/>
            <p:nvPr/>
          </p:nvSpPr>
          <p:spPr>
            <a:xfrm>
              <a:off x="2783248" y="21405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8" name="object 318"/>
            <p:cNvSpPr/>
            <p:nvPr/>
          </p:nvSpPr>
          <p:spPr>
            <a:xfrm>
              <a:off x="2670314" y="18570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9" name="object 319"/>
            <p:cNvSpPr/>
            <p:nvPr/>
          </p:nvSpPr>
          <p:spPr>
            <a:xfrm>
              <a:off x="2670314" y="18570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0" name="object 320"/>
            <p:cNvSpPr/>
            <p:nvPr/>
          </p:nvSpPr>
          <p:spPr>
            <a:xfrm>
              <a:off x="2604344" y="2186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1" name="object 321"/>
            <p:cNvSpPr/>
            <p:nvPr/>
          </p:nvSpPr>
          <p:spPr>
            <a:xfrm>
              <a:off x="2604344" y="21867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2" name="object 322"/>
            <p:cNvSpPr/>
            <p:nvPr/>
          </p:nvSpPr>
          <p:spPr>
            <a:xfrm>
              <a:off x="2709176" y="2345296"/>
              <a:ext cx="47625" cy="111760"/>
            </a:xfrm>
            <a:custGeom>
              <a:avLst/>
              <a:gdLst/>
              <a:ahLst/>
              <a:cxnLst/>
              <a:rect l="l" t="t" r="r" b="b"/>
              <a:pathLst>
                <a:path w="47625" h="111760">
                  <a:moveTo>
                    <a:pt x="30365" y="87845"/>
                  </a:moveTo>
                  <a:lnTo>
                    <a:pt x="23558" y="81051"/>
                  </a:lnTo>
                  <a:lnTo>
                    <a:pt x="6794" y="81051"/>
                  </a:lnTo>
                  <a:lnTo>
                    <a:pt x="0" y="87845"/>
                  </a:lnTo>
                  <a:lnTo>
                    <a:pt x="0" y="104609"/>
                  </a:lnTo>
                  <a:lnTo>
                    <a:pt x="6794" y="111417"/>
                  </a:lnTo>
                  <a:lnTo>
                    <a:pt x="23558" y="111417"/>
                  </a:lnTo>
                  <a:lnTo>
                    <a:pt x="30365" y="104609"/>
                  </a:lnTo>
                  <a:lnTo>
                    <a:pt x="30365" y="87845"/>
                  </a:lnTo>
                  <a:close/>
                </a:path>
                <a:path w="47625" h="111760">
                  <a:moveTo>
                    <a:pt x="47345" y="6794"/>
                  </a:moveTo>
                  <a:lnTo>
                    <a:pt x="40551" y="0"/>
                  </a:lnTo>
                  <a:lnTo>
                    <a:pt x="23774" y="0"/>
                  </a:lnTo>
                  <a:lnTo>
                    <a:pt x="16979" y="6794"/>
                  </a:lnTo>
                  <a:lnTo>
                    <a:pt x="16979" y="23558"/>
                  </a:lnTo>
                  <a:lnTo>
                    <a:pt x="23774" y="30365"/>
                  </a:lnTo>
                  <a:lnTo>
                    <a:pt x="40551" y="30365"/>
                  </a:lnTo>
                  <a:lnTo>
                    <a:pt x="47345" y="23558"/>
                  </a:lnTo>
                  <a:lnTo>
                    <a:pt x="47345" y="679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3" name="object 323"/>
            <p:cNvSpPr/>
            <p:nvPr/>
          </p:nvSpPr>
          <p:spPr>
            <a:xfrm>
              <a:off x="2709177" y="24263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4" name="object 324"/>
            <p:cNvSpPr/>
            <p:nvPr/>
          </p:nvSpPr>
          <p:spPr>
            <a:xfrm>
              <a:off x="2832506" y="24241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5" name="object 325"/>
            <p:cNvSpPr/>
            <p:nvPr/>
          </p:nvSpPr>
          <p:spPr>
            <a:xfrm>
              <a:off x="2832506" y="24241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6" name="object 326"/>
            <p:cNvSpPr/>
            <p:nvPr/>
          </p:nvSpPr>
          <p:spPr>
            <a:xfrm>
              <a:off x="2786784" y="247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7" name="object 327"/>
            <p:cNvSpPr/>
            <p:nvPr/>
          </p:nvSpPr>
          <p:spPr>
            <a:xfrm>
              <a:off x="2786784" y="247846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8" name="object 328"/>
            <p:cNvSpPr/>
            <p:nvPr/>
          </p:nvSpPr>
          <p:spPr>
            <a:xfrm>
              <a:off x="2786580" y="24358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9" name="object 329"/>
            <p:cNvSpPr/>
            <p:nvPr/>
          </p:nvSpPr>
          <p:spPr>
            <a:xfrm>
              <a:off x="2786580" y="24358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0" name="object 330"/>
            <p:cNvSpPr/>
            <p:nvPr/>
          </p:nvSpPr>
          <p:spPr>
            <a:xfrm>
              <a:off x="2874531" y="24742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1" name="object 331"/>
            <p:cNvSpPr/>
            <p:nvPr/>
          </p:nvSpPr>
          <p:spPr>
            <a:xfrm>
              <a:off x="2874531" y="247429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2" name="object 332"/>
            <p:cNvSpPr/>
            <p:nvPr/>
          </p:nvSpPr>
          <p:spPr>
            <a:xfrm>
              <a:off x="2823021" y="24923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3" name="object 333"/>
            <p:cNvSpPr/>
            <p:nvPr/>
          </p:nvSpPr>
          <p:spPr>
            <a:xfrm>
              <a:off x="2823021" y="24923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4" name="object 334"/>
            <p:cNvSpPr/>
            <p:nvPr/>
          </p:nvSpPr>
          <p:spPr>
            <a:xfrm>
              <a:off x="2710201" y="24848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5" name="object 335"/>
            <p:cNvSpPr/>
            <p:nvPr/>
          </p:nvSpPr>
          <p:spPr>
            <a:xfrm>
              <a:off x="2710201" y="24848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6" name="object 336"/>
            <p:cNvSpPr/>
            <p:nvPr/>
          </p:nvSpPr>
          <p:spPr>
            <a:xfrm>
              <a:off x="2837331" y="24624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7" name="object 337"/>
            <p:cNvSpPr/>
            <p:nvPr/>
          </p:nvSpPr>
          <p:spPr>
            <a:xfrm>
              <a:off x="2837331" y="24624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8" name="object 338"/>
            <p:cNvSpPr/>
            <p:nvPr/>
          </p:nvSpPr>
          <p:spPr>
            <a:xfrm>
              <a:off x="2832814" y="243944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9" name="object 339"/>
            <p:cNvSpPr/>
            <p:nvPr/>
          </p:nvSpPr>
          <p:spPr>
            <a:xfrm>
              <a:off x="2726159" y="2345283"/>
              <a:ext cx="137160" cy="125095"/>
            </a:xfrm>
            <a:custGeom>
              <a:avLst/>
              <a:gdLst/>
              <a:ahLst/>
              <a:cxnLst/>
              <a:rect l="l" t="t" r="r" b="b"/>
              <a:pathLst>
                <a:path w="137160" h="125094">
                  <a:moveTo>
                    <a:pt x="137021" y="109343"/>
                  </a:moveTo>
                  <a:lnTo>
                    <a:pt x="137021" y="100957"/>
                  </a:lnTo>
                  <a:lnTo>
                    <a:pt x="130223" y="94159"/>
                  </a:lnTo>
                  <a:lnTo>
                    <a:pt x="121838" y="94159"/>
                  </a:lnTo>
                  <a:lnTo>
                    <a:pt x="113453" y="94159"/>
                  </a:lnTo>
                  <a:lnTo>
                    <a:pt x="106655" y="100957"/>
                  </a:lnTo>
                  <a:lnTo>
                    <a:pt x="106655" y="109343"/>
                  </a:lnTo>
                  <a:lnTo>
                    <a:pt x="106655" y="117728"/>
                  </a:lnTo>
                  <a:lnTo>
                    <a:pt x="113453" y="124526"/>
                  </a:lnTo>
                  <a:lnTo>
                    <a:pt x="121838" y="124526"/>
                  </a:lnTo>
                  <a:lnTo>
                    <a:pt x="130223" y="124526"/>
                  </a:lnTo>
                  <a:lnTo>
                    <a:pt x="137021" y="117728"/>
                  </a:lnTo>
                  <a:lnTo>
                    <a:pt x="137021" y="109343"/>
                  </a:lnTo>
                  <a:close/>
                </a:path>
                <a:path w="137160" h="125094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0" name="object 340"/>
            <p:cNvSpPr/>
            <p:nvPr/>
          </p:nvSpPr>
          <p:spPr>
            <a:xfrm>
              <a:off x="2759072" y="20950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1" name="object 341"/>
            <p:cNvSpPr/>
            <p:nvPr/>
          </p:nvSpPr>
          <p:spPr>
            <a:xfrm>
              <a:off x="2759072" y="20950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2" name="object 342"/>
            <p:cNvSpPr/>
            <p:nvPr/>
          </p:nvSpPr>
          <p:spPr>
            <a:xfrm>
              <a:off x="2645896" y="19745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3" name="object 343"/>
            <p:cNvSpPr/>
            <p:nvPr/>
          </p:nvSpPr>
          <p:spPr>
            <a:xfrm>
              <a:off x="2645896" y="19745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4" name="object 344"/>
            <p:cNvSpPr/>
            <p:nvPr/>
          </p:nvSpPr>
          <p:spPr>
            <a:xfrm>
              <a:off x="2738767" y="18331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5" name="object 345"/>
            <p:cNvSpPr/>
            <p:nvPr/>
          </p:nvSpPr>
          <p:spPr>
            <a:xfrm>
              <a:off x="2738767" y="183313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6" name="object 346"/>
            <p:cNvSpPr/>
            <p:nvPr/>
          </p:nvSpPr>
          <p:spPr>
            <a:xfrm>
              <a:off x="2425778" y="20736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7" name="object 347"/>
            <p:cNvSpPr/>
            <p:nvPr/>
          </p:nvSpPr>
          <p:spPr>
            <a:xfrm>
              <a:off x="2425778" y="207360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8" name="object 348"/>
            <p:cNvSpPr/>
            <p:nvPr/>
          </p:nvSpPr>
          <p:spPr>
            <a:xfrm>
              <a:off x="2718366" y="18882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9" name="object 349"/>
            <p:cNvSpPr/>
            <p:nvPr/>
          </p:nvSpPr>
          <p:spPr>
            <a:xfrm>
              <a:off x="2718366" y="18882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0" name="object 350"/>
            <p:cNvSpPr/>
            <p:nvPr/>
          </p:nvSpPr>
          <p:spPr>
            <a:xfrm>
              <a:off x="2629738" y="22806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1" name="object 351"/>
            <p:cNvSpPr/>
            <p:nvPr/>
          </p:nvSpPr>
          <p:spPr>
            <a:xfrm>
              <a:off x="2629738" y="228061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2" name="object 352"/>
            <p:cNvSpPr/>
            <p:nvPr/>
          </p:nvSpPr>
          <p:spPr>
            <a:xfrm>
              <a:off x="2808495" y="23960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3" name="object 353"/>
            <p:cNvSpPr/>
            <p:nvPr/>
          </p:nvSpPr>
          <p:spPr>
            <a:xfrm>
              <a:off x="2808495" y="23960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4" name="object 354"/>
            <p:cNvSpPr/>
            <p:nvPr/>
          </p:nvSpPr>
          <p:spPr>
            <a:xfrm>
              <a:off x="2710587" y="23219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5" name="object 355"/>
            <p:cNvSpPr/>
            <p:nvPr/>
          </p:nvSpPr>
          <p:spPr>
            <a:xfrm>
              <a:off x="2710587" y="23219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6" name="object 356"/>
            <p:cNvSpPr/>
            <p:nvPr/>
          </p:nvSpPr>
          <p:spPr>
            <a:xfrm>
              <a:off x="2674931" y="2208435"/>
              <a:ext cx="30480" cy="13335"/>
            </a:xfrm>
            <a:custGeom>
              <a:avLst/>
              <a:gdLst/>
              <a:ahLst/>
              <a:cxnLst/>
              <a:rect l="l" t="t" r="r" b="b"/>
              <a:pathLst>
                <a:path w="30480" h="13335">
                  <a:moveTo>
                    <a:pt x="0" y="13323"/>
                  </a:moveTo>
                  <a:lnTo>
                    <a:pt x="30366" y="13323"/>
                  </a:lnTo>
                  <a:lnTo>
                    <a:pt x="30366" y="0"/>
                  </a:lnTo>
                  <a:lnTo>
                    <a:pt x="0" y="0"/>
                  </a:lnTo>
                  <a:lnTo>
                    <a:pt x="0" y="1332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7" name="object 357"/>
            <p:cNvSpPr/>
            <p:nvPr/>
          </p:nvSpPr>
          <p:spPr>
            <a:xfrm>
              <a:off x="2674931" y="21913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8" name="object 358"/>
            <p:cNvSpPr/>
            <p:nvPr/>
          </p:nvSpPr>
          <p:spPr>
            <a:xfrm>
              <a:off x="2839777" y="24027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9" name="object 359"/>
            <p:cNvSpPr/>
            <p:nvPr/>
          </p:nvSpPr>
          <p:spPr>
            <a:xfrm>
              <a:off x="2839777" y="240274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0" name="object 360"/>
            <p:cNvSpPr/>
            <p:nvPr/>
          </p:nvSpPr>
          <p:spPr>
            <a:xfrm>
              <a:off x="2549784" y="20791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1" name="object 361"/>
            <p:cNvSpPr/>
            <p:nvPr/>
          </p:nvSpPr>
          <p:spPr>
            <a:xfrm>
              <a:off x="2549784" y="207916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2" name="object 362"/>
            <p:cNvSpPr/>
            <p:nvPr/>
          </p:nvSpPr>
          <p:spPr>
            <a:xfrm>
              <a:off x="2822487" y="2022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3" name="object 363"/>
            <p:cNvSpPr/>
            <p:nvPr/>
          </p:nvSpPr>
          <p:spPr>
            <a:xfrm>
              <a:off x="2822487" y="20220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4" name="object 364"/>
            <p:cNvSpPr/>
            <p:nvPr/>
          </p:nvSpPr>
          <p:spPr>
            <a:xfrm>
              <a:off x="2798707" y="1991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5" name="object 365"/>
            <p:cNvSpPr/>
            <p:nvPr/>
          </p:nvSpPr>
          <p:spPr>
            <a:xfrm>
              <a:off x="2798707" y="19917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6" name="object 366"/>
            <p:cNvSpPr/>
            <p:nvPr/>
          </p:nvSpPr>
          <p:spPr>
            <a:xfrm>
              <a:off x="2646777" y="22153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7" name="object 367"/>
            <p:cNvSpPr/>
            <p:nvPr/>
          </p:nvSpPr>
          <p:spPr>
            <a:xfrm>
              <a:off x="2646777" y="22153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8" name="object 368"/>
            <p:cNvSpPr/>
            <p:nvPr/>
          </p:nvSpPr>
          <p:spPr>
            <a:xfrm>
              <a:off x="2733699" y="23037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9" name="object 369"/>
            <p:cNvSpPr/>
            <p:nvPr/>
          </p:nvSpPr>
          <p:spPr>
            <a:xfrm>
              <a:off x="2733699" y="23037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0" name="object 370"/>
            <p:cNvSpPr/>
            <p:nvPr/>
          </p:nvSpPr>
          <p:spPr>
            <a:xfrm>
              <a:off x="2552591" y="22028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1" name="object 371"/>
            <p:cNvSpPr/>
            <p:nvPr/>
          </p:nvSpPr>
          <p:spPr>
            <a:xfrm>
              <a:off x="2552591" y="22028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2" name="object 372"/>
            <p:cNvSpPr/>
            <p:nvPr/>
          </p:nvSpPr>
          <p:spPr>
            <a:xfrm>
              <a:off x="2509598" y="21315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3" name="object 373"/>
            <p:cNvSpPr/>
            <p:nvPr/>
          </p:nvSpPr>
          <p:spPr>
            <a:xfrm>
              <a:off x="2509598" y="213157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4" name="object 374"/>
            <p:cNvSpPr/>
            <p:nvPr/>
          </p:nvSpPr>
          <p:spPr>
            <a:xfrm>
              <a:off x="2581695" y="20575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5" name="object 375"/>
            <p:cNvSpPr/>
            <p:nvPr/>
          </p:nvSpPr>
          <p:spPr>
            <a:xfrm>
              <a:off x="2581695" y="20575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6" name="object 376"/>
            <p:cNvSpPr/>
            <p:nvPr/>
          </p:nvSpPr>
          <p:spPr>
            <a:xfrm>
              <a:off x="2819689" y="1981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7" name="object 377"/>
            <p:cNvSpPr/>
            <p:nvPr/>
          </p:nvSpPr>
          <p:spPr>
            <a:xfrm>
              <a:off x="2819689" y="19810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8" name="object 378"/>
            <p:cNvSpPr/>
            <p:nvPr/>
          </p:nvSpPr>
          <p:spPr>
            <a:xfrm>
              <a:off x="2507663" y="1835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9" name="object 379"/>
            <p:cNvSpPr/>
            <p:nvPr/>
          </p:nvSpPr>
          <p:spPr>
            <a:xfrm>
              <a:off x="2507663" y="18358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0" name="object 380"/>
            <p:cNvSpPr/>
            <p:nvPr/>
          </p:nvSpPr>
          <p:spPr>
            <a:xfrm>
              <a:off x="2649549" y="128936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1" name="object 381"/>
            <p:cNvSpPr/>
            <p:nvPr/>
          </p:nvSpPr>
          <p:spPr>
            <a:xfrm>
              <a:off x="2649549" y="128936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2" name="object 382"/>
            <p:cNvSpPr/>
            <p:nvPr/>
          </p:nvSpPr>
          <p:spPr>
            <a:xfrm>
              <a:off x="2673859" y="214517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3" name="object 383"/>
            <p:cNvSpPr/>
            <p:nvPr/>
          </p:nvSpPr>
          <p:spPr>
            <a:xfrm>
              <a:off x="2673859" y="2145171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84" name="object 384"/>
          <p:cNvGrpSpPr/>
          <p:nvPr/>
        </p:nvGrpSpPr>
        <p:grpSpPr>
          <a:xfrm>
            <a:off x="6776380" y="1999930"/>
            <a:ext cx="70468" cy="70468"/>
            <a:chOff x="2648390" y="1009224"/>
            <a:chExt cx="35560" cy="35560"/>
          </a:xfrm>
        </p:grpSpPr>
        <p:sp>
          <p:nvSpPr>
            <p:cNvPr id="385" name="object 385"/>
            <p:cNvSpPr/>
            <p:nvPr/>
          </p:nvSpPr>
          <p:spPr>
            <a:xfrm>
              <a:off x="2650920" y="10117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6" name="object 386"/>
            <p:cNvSpPr/>
            <p:nvPr/>
          </p:nvSpPr>
          <p:spPr>
            <a:xfrm>
              <a:off x="2650920" y="101175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87" name="object 387"/>
          <p:cNvGrpSpPr/>
          <p:nvPr/>
        </p:nvGrpSpPr>
        <p:grpSpPr>
          <a:xfrm>
            <a:off x="7622380" y="2393285"/>
            <a:ext cx="167360" cy="74243"/>
            <a:chOff x="3075306" y="1207722"/>
            <a:chExt cx="84455" cy="37465"/>
          </a:xfrm>
        </p:grpSpPr>
        <p:sp>
          <p:nvSpPr>
            <p:cNvPr id="388" name="object 388"/>
            <p:cNvSpPr/>
            <p:nvPr/>
          </p:nvSpPr>
          <p:spPr>
            <a:xfrm>
              <a:off x="3126508" y="12120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9" name="object 389"/>
            <p:cNvSpPr/>
            <p:nvPr/>
          </p:nvSpPr>
          <p:spPr>
            <a:xfrm>
              <a:off x="3126508" y="121207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0" name="object 390"/>
            <p:cNvSpPr/>
            <p:nvPr/>
          </p:nvSpPr>
          <p:spPr>
            <a:xfrm>
              <a:off x="3077836" y="12102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1" name="object 391"/>
            <p:cNvSpPr/>
            <p:nvPr/>
          </p:nvSpPr>
          <p:spPr>
            <a:xfrm>
              <a:off x="3077836" y="121025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92" name="object 392"/>
          <p:cNvGrpSpPr/>
          <p:nvPr/>
        </p:nvGrpSpPr>
        <p:grpSpPr>
          <a:xfrm>
            <a:off x="6537135" y="1857223"/>
            <a:ext cx="70468" cy="70468"/>
            <a:chOff x="2527660" y="937210"/>
            <a:chExt cx="35560" cy="35560"/>
          </a:xfrm>
        </p:grpSpPr>
        <p:sp>
          <p:nvSpPr>
            <p:cNvPr id="393" name="object 393"/>
            <p:cNvSpPr/>
            <p:nvPr/>
          </p:nvSpPr>
          <p:spPr>
            <a:xfrm>
              <a:off x="2530190" y="939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4" name="object 394"/>
            <p:cNvSpPr/>
            <p:nvPr/>
          </p:nvSpPr>
          <p:spPr>
            <a:xfrm>
              <a:off x="2530190" y="9397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95" name="object 395"/>
          <p:cNvGrpSpPr/>
          <p:nvPr/>
        </p:nvGrpSpPr>
        <p:grpSpPr>
          <a:xfrm>
            <a:off x="6247832" y="2802332"/>
            <a:ext cx="70468" cy="70468"/>
            <a:chOff x="2381669" y="1414140"/>
            <a:chExt cx="35560" cy="35560"/>
          </a:xfrm>
        </p:grpSpPr>
        <p:sp>
          <p:nvSpPr>
            <p:cNvPr id="396" name="object 396"/>
            <p:cNvSpPr/>
            <p:nvPr/>
          </p:nvSpPr>
          <p:spPr>
            <a:xfrm>
              <a:off x="2384200" y="14166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7" name="object 397"/>
            <p:cNvSpPr/>
            <p:nvPr/>
          </p:nvSpPr>
          <p:spPr>
            <a:xfrm>
              <a:off x="2384200" y="141667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98" name="object 398"/>
          <p:cNvGrpSpPr/>
          <p:nvPr/>
        </p:nvGrpSpPr>
        <p:grpSpPr>
          <a:xfrm>
            <a:off x="7551953" y="1758081"/>
            <a:ext cx="70468" cy="70468"/>
            <a:chOff x="3039767" y="887180"/>
            <a:chExt cx="35560" cy="35560"/>
          </a:xfrm>
        </p:grpSpPr>
        <p:sp>
          <p:nvSpPr>
            <p:cNvPr id="399" name="object 399"/>
            <p:cNvSpPr/>
            <p:nvPr/>
          </p:nvSpPr>
          <p:spPr>
            <a:xfrm>
              <a:off x="3042298" y="8897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0" name="object 400"/>
            <p:cNvSpPr/>
            <p:nvPr/>
          </p:nvSpPr>
          <p:spPr>
            <a:xfrm>
              <a:off x="3042298" y="88971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01" name="object 401"/>
          <p:cNvGrpSpPr/>
          <p:nvPr/>
        </p:nvGrpSpPr>
        <p:grpSpPr>
          <a:xfrm>
            <a:off x="4398844" y="2473357"/>
            <a:ext cx="1507502" cy="1779305"/>
            <a:chOff x="1448615" y="1248129"/>
            <a:chExt cx="760730" cy="897890"/>
          </a:xfrm>
        </p:grpSpPr>
        <p:sp>
          <p:nvSpPr>
            <p:cNvPr id="402" name="object 402"/>
            <p:cNvSpPr/>
            <p:nvPr/>
          </p:nvSpPr>
          <p:spPr>
            <a:xfrm>
              <a:off x="1884350" y="18180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3" name="object 403"/>
            <p:cNvSpPr/>
            <p:nvPr/>
          </p:nvSpPr>
          <p:spPr>
            <a:xfrm>
              <a:off x="1884350" y="181802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4" name="object 404"/>
            <p:cNvSpPr/>
            <p:nvPr/>
          </p:nvSpPr>
          <p:spPr>
            <a:xfrm>
              <a:off x="1855543" y="17987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5" name="object 405"/>
            <p:cNvSpPr/>
            <p:nvPr/>
          </p:nvSpPr>
          <p:spPr>
            <a:xfrm>
              <a:off x="1855543" y="17987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6" name="object 406"/>
            <p:cNvSpPr/>
            <p:nvPr/>
          </p:nvSpPr>
          <p:spPr>
            <a:xfrm>
              <a:off x="2026053" y="19301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7" name="object 407"/>
            <p:cNvSpPr/>
            <p:nvPr/>
          </p:nvSpPr>
          <p:spPr>
            <a:xfrm>
              <a:off x="2026053" y="19301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8" name="object 408"/>
            <p:cNvSpPr/>
            <p:nvPr/>
          </p:nvSpPr>
          <p:spPr>
            <a:xfrm>
              <a:off x="1918938" y="18996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9" name="object 409"/>
            <p:cNvSpPr/>
            <p:nvPr/>
          </p:nvSpPr>
          <p:spPr>
            <a:xfrm>
              <a:off x="1918938" y="18996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0" name="object 410"/>
            <p:cNvSpPr/>
            <p:nvPr/>
          </p:nvSpPr>
          <p:spPr>
            <a:xfrm>
              <a:off x="1867425" y="1966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1" name="object 411"/>
            <p:cNvSpPr/>
            <p:nvPr/>
          </p:nvSpPr>
          <p:spPr>
            <a:xfrm>
              <a:off x="1867425" y="196699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2" name="object 412"/>
            <p:cNvSpPr/>
            <p:nvPr/>
          </p:nvSpPr>
          <p:spPr>
            <a:xfrm>
              <a:off x="1962923" y="19224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3" name="object 413"/>
            <p:cNvSpPr/>
            <p:nvPr/>
          </p:nvSpPr>
          <p:spPr>
            <a:xfrm>
              <a:off x="1962923" y="19224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4" name="object 414"/>
            <p:cNvSpPr/>
            <p:nvPr/>
          </p:nvSpPr>
          <p:spPr>
            <a:xfrm>
              <a:off x="1973308" y="19039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5" name="object 415"/>
            <p:cNvSpPr/>
            <p:nvPr/>
          </p:nvSpPr>
          <p:spPr>
            <a:xfrm>
              <a:off x="1973308" y="19039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6" name="object 416"/>
            <p:cNvSpPr/>
            <p:nvPr/>
          </p:nvSpPr>
          <p:spPr>
            <a:xfrm>
              <a:off x="1821320" y="1854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7" name="object 417"/>
            <p:cNvSpPr/>
            <p:nvPr/>
          </p:nvSpPr>
          <p:spPr>
            <a:xfrm>
              <a:off x="1821320" y="18549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8" name="object 418"/>
            <p:cNvSpPr/>
            <p:nvPr/>
          </p:nvSpPr>
          <p:spPr>
            <a:xfrm>
              <a:off x="1922031" y="19982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9" name="object 419"/>
            <p:cNvSpPr/>
            <p:nvPr/>
          </p:nvSpPr>
          <p:spPr>
            <a:xfrm>
              <a:off x="1922031" y="19982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0" name="object 420"/>
            <p:cNvSpPr/>
            <p:nvPr/>
          </p:nvSpPr>
          <p:spPr>
            <a:xfrm>
              <a:off x="1794191" y="19252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1" name="object 421"/>
            <p:cNvSpPr/>
            <p:nvPr/>
          </p:nvSpPr>
          <p:spPr>
            <a:xfrm>
              <a:off x="1794191" y="192526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2" name="object 422"/>
            <p:cNvSpPr/>
            <p:nvPr/>
          </p:nvSpPr>
          <p:spPr>
            <a:xfrm>
              <a:off x="1894278" y="1709659"/>
              <a:ext cx="18415" cy="30480"/>
            </a:xfrm>
            <a:custGeom>
              <a:avLst/>
              <a:gdLst/>
              <a:ahLst/>
              <a:cxnLst/>
              <a:rect l="l" t="t" r="r" b="b"/>
              <a:pathLst>
                <a:path w="18414" h="30480">
                  <a:moveTo>
                    <a:pt x="0" y="30366"/>
                  </a:moveTo>
                  <a:lnTo>
                    <a:pt x="18127" y="30366"/>
                  </a:lnTo>
                  <a:lnTo>
                    <a:pt x="18127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3" name="object 423"/>
            <p:cNvSpPr/>
            <p:nvPr/>
          </p:nvSpPr>
          <p:spPr>
            <a:xfrm>
              <a:off x="1882039" y="17096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4" name="object 424"/>
            <p:cNvSpPr/>
            <p:nvPr/>
          </p:nvSpPr>
          <p:spPr>
            <a:xfrm>
              <a:off x="1921090" y="16763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5" name="object 425"/>
            <p:cNvSpPr/>
            <p:nvPr/>
          </p:nvSpPr>
          <p:spPr>
            <a:xfrm>
              <a:off x="1921090" y="16763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6" name="object 426"/>
            <p:cNvSpPr/>
            <p:nvPr/>
          </p:nvSpPr>
          <p:spPr>
            <a:xfrm>
              <a:off x="1894278" y="1722286"/>
              <a:ext cx="27305" cy="30480"/>
            </a:xfrm>
            <a:custGeom>
              <a:avLst/>
              <a:gdLst/>
              <a:ahLst/>
              <a:cxnLst/>
              <a:rect l="l" t="t" r="r" b="b"/>
              <a:pathLst>
                <a:path w="27305" h="30480">
                  <a:moveTo>
                    <a:pt x="0" y="30366"/>
                  </a:moveTo>
                  <a:lnTo>
                    <a:pt x="26923" y="30366"/>
                  </a:lnTo>
                  <a:lnTo>
                    <a:pt x="26923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7" name="object 427"/>
            <p:cNvSpPr/>
            <p:nvPr/>
          </p:nvSpPr>
          <p:spPr>
            <a:xfrm>
              <a:off x="1890835" y="17222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8" name="object 428"/>
            <p:cNvSpPr/>
            <p:nvPr/>
          </p:nvSpPr>
          <p:spPr>
            <a:xfrm>
              <a:off x="1726717" y="18835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9" name="object 429"/>
            <p:cNvSpPr/>
            <p:nvPr/>
          </p:nvSpPr>
          <p:spPr>
            <a:xfrm>
              <a:off x="1726717" y="188352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0" name="object 430"/>
            <p:cNvSpPr/>
            <p:nvPr/>
          </p:nvSpPr>
          <p:spPr>
            <a:xfrm>
              <a:off x="1924252" y="19183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1" name="object 431"/>
            <p:cNvSpPr/>
            <p:nvPr/>
          </p:nvSpPr>
          <p:spPr>
            <a:xfrm>
              <a:off x="1924252" y="19183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2" name="object 432"/>
            <p:cNvSpPr/>
            <p:nvPr/>
          </p:nvSpPr>
          <p:spPr>
            <a:xfrm>
              <a:off x="1815623" y="19389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3" name="object 433"/>
            <p:cNvSpPr/>
            <p:nvPr/>
          </p:nvSpPr>
          <p:spPr>
            <a:xfrm>
              <a:off x="1815623" y="19389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4" name="object 434"/>
            <p:cNvSpPr/>
            <p:nvPr/>
          </p:nvSpPr>
          <p:spPr>
            <a:xfrm>
              <a:off x="1797114" y="16582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5" name="object 435"/>
            <p:cNvSpPr/>
            <p:nvPr/>
          </p:nvSpPr>
          <p:spPr>
            <a:xfrm>
              <a:off x="1797114" y="165829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6" name="object 436"/>
            <p:cNvSpPr/>
            <p:nvPr/>
          </p:nvSpPr>
          <p:spPr>
            <a:xfrm>
              <a:off x="1787890" y="15848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7" name="object 437"/>
            <p:cNvSpPr/>
            <p:nvPr/>
          </p:nvSpPr>
          <p:spPr>
            <a:xfrm>
              <a:off x="1787890" y="158487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8" name="object 438"/>
            <p:cNvSpPr/>
            <p:nvPr/>
          </p:nvSpPr>
          <p:spPr>
            <a:xfrm>
              <a:off x="1784478" y="15062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9" name="object 439"/>
            <p:cNvSpPr/>
            <p:nvPr/>
          </p:nvSpPr>
          <p:spPr>
            <a:xfrm>
              <a:off x="1784478" y="15062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0" name="object 440"/>
            <p:cNvSpPr/>
            <p:nvPr/>
          </p:nvSpPr>
          <p:spPr>
            <a:xfrm>
              <a:off x="1751093" y="15347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1" name="object 441"/>
            <p:cNvSpPr/>
            <p:nvPr/>
          </p:nvSpPr>
          <p:spPr>
            <a:xfrm>
              <a:off x="1751093" y="153475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2" name="object 442"/>
            <p:cNvSpPr/>
            <p:nvPr/>
          </p:nvSpPr>
          <p:spPr>
            <a:xfrm>
              <a:off x="1757538" y="1570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3" name="object 443"/>
            <p:cNvSpPr/>
            <p:nvPr/>
          </p:nvSpPr>
          <p:spPr>
            <a:xfrm>
              <a:off x="1757538" y="15706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4" name="object 444"/>
            <p:cNvSpPr/>
            <p:nvPr/>
          </p:nvSpPr>
          <p:spPr>
            <a:xfrm>
              <a:off x="1740934" y="16514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5" name="object 445"/>
            <p:cNvSpPr/>
            <p:nvPr/>
          </p:nvSpPr>
          <p:spPr>
            <a:xfrm>
              <a:off x="1740934" y="165141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6" name="object 446"/>
            <p:cNvSpPr/>
            <p:nvPr/>
          </p:nvSpPr>
          <p:spPr>
            <a:xfrm>
              <a:off x="1769948" y="16211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7" name="object 447"/>
            <p:cNvSpPr/>
            <p:nvPr/>
          </p:nvSpPr>
          <p:spPr>
            <a:xfrm>
              <a:off x="1769948" y="162114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8" name="object 448"/>
            <p:cNvSpPr/>
            <p:nvPr/>
          </p:nvSpPr>
          <p:spPr>
            <a:xfrm>
              <a:off x="1683432" y="12667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9" name="object 449"/>
            <p:cNvSpPr/>
            <p:nvPr/>
          </p:nvSpPr>
          <p:spPr>
            <a:xfrm>
              <a:off x="1683432" y="12667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0" name="object 450"/>
            <p:cNvSpPr/>
            <p:nvPr/>
          </p:nvSpPr>
          <p:spPr>
            <a:xfrm>
              <a:off x="1674641" y="12506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1" name="object 451"/>
            <p:cNvSpPr/>
            <p:nvPr/>
          </p:nvSpPr>
          <p:spPr>
            <a:xfrm>
              <a:off x="1674641" y="125066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2" name="object 452"/>
            <p:cNvSpPr/>
            <p:nvPr/>
          </p:nvSpPr>
          <p:spPr>
            <a:xfrm>
              <a:off x="1694357" y="13790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3" name="object 453"/>
            <p:cNvSpPr/>
            <p:nvPr/>
          </p:nvSpPr>
          <p:spPr>
            <a:xfrm>
              <a:off x="1694357" y="137903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4" name="object 454"/>
            <p:cNvSpPr/>
            <p:nvPr/>
          </p:nvSpPr>
          <p:spPr>
            <a:xfrm>
              <a:off x="1654386" y="1310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5" name="object 455"/>
            <p:cNvSpPr/>
            <p:nvPr/>
          </p:nvSpPr>
          <p:spPr>
            <a:xfrm>
              <a:off x="1654386" y="131099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6" name="object 456"/>
            <p:cNvSpPr/>
            <p:nvPr/>
          </p:nvSpPr>
          <p:spPr>
            <a:xfrm>
              <a:off x="1533526" y="1450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7" name="object 457"/>
            <p:cNvSpPr/>
            <p:nvPr/>
          </p:nvSpPr>
          <p:spPr>
            <a:xfrm>
              <a:off x="1533526" y="145098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8" name="object 458"/>
            <p:cNvSpPr/>
            <p:nvPr/>
          </p:nvSpPr>
          <p:spPr>
            <a:xfrm>
              <a:off x="1577331" y="1494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9" name="object 459"/>
            <p:cNvSpPr/>
            <p:nvPr/>
          </p:nvSpPr>
          <p:spPr>
            <a:xfrm>
              <a:off x="1577331" y="149497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0" name="object 460"/>
            <p:cNvSpPr/>
            <p:nvPr/>
          </p:nvSpPr>
          <p:spPr>
            <a:xfrm>
              <a:off x="1650784" y="14530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1" name="object 461"/>
            <p:cNvSpPr/>
            <p:nvPr/>
          </p:nvSpPr>
          <p:spPr>
            <a:xfrm>
              <a:off x="1650784" y="145306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2" name="object 462"/>
            <p:cNvSpPr/>
            <p:nvPr/>
          </p:nvSpPr>
          <p:spPr>
            <a:xfrm>
              <a:off x="1643028" y="1630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3" name="object 463"/>
            <p:cNvSpPr/>
            <p:nvPr/>
          </p:nvSpPr>
          <p:spPr>
            <a:xfrm>
              <a:off x="1643028" y="16306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4" name="object 464"/>
            <p:cNvSpPr/>
            <p:nvPr/>
          </p:nvSpPr>
          <p:spPr>
            <a:xfrm>
              <a:off x="1710370" y="15697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5" name="object 465"/>
            <p:cNvSpPr/>
            <p:nvPr/>
          </p:nvSpPr>
          <p:spPr>
            <a:xfrm>
              <a:off x="1710370" y="156973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6" name="object 466"/>
            <p:cNvSpPr/>
            <p:nvPr/>
          </p:nvSpPr>
          <p:spPr>
            <a:xfrm>
              <a:off x="1741517" y="17444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7" name="object 467"/>
            <p:cNvSpPr/>
            <p:nvPr/>
          </p:nvSpPr>
          <p:spPr>
            <a:xfrm>
              <a:off x="1741517" y="174448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8" name="object 468"/>
            <p:cNvSpPr/>
            <p:nvPr/>
          </p:nvSpPr>
          <p:spPr>
            <a:xfrm>
              <a:off x="1729861" y="16791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9" name="object 469"/>
            <p:cNvSpPr/>
            <p:nvPr/>
          </p:nvSpPr>
          <p:spPr>
            <a:xfrm>
              <a:off x="1729861" y="16791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0" name="object 470"/>
            <p:cNvSpPr/>
            <p:nvPr/>
          </p:nvSpPr>
          <p:spPr>
            <a:xfrm>
              <a:off x="1793446" y="16512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1" name="object 471"/>
            <p:cNvSpPr/>
            <p:nvPr/>
          </p:nvSpPr>
          <p:spPr>
            <a:xfrm>
              <a:off x="1793446" y="16512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2" name="object 472"/>
            <p:cNvSpPr/>
            <p:nvPr/>
          </p:nvSpPr>
          <p:spPr>
            <a:xfrm>
              <a:off x="1770552" y="15544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3" name="object 473"/>
            <p:cNvSpPr/>
            <p:nvPr/>
          </p:nvSpPr>
          <p:spPr>
            <a:xfrm>
              <a:off x="1770552" y="155443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4" name="object 474"/>
            <p:cNvSpPr/>
            <p:nvPr/>
          </p:nvSpPr>
          <p:spPr>
            <a:xfrm>
              <a:off x="1814986" y="1715573"/>
              <a:ext cx="16510" cy="30480"/>
            </a:xfrm>
            <a:custGeom>
              <a:avLst/>
              <a:gdLst/>
              <a:ahLst/>
              <a:cxnLst/>
              <a:rect l="l" t="t" r="r" b="b"/>
              <a:pathLst>
                <a:path w="16510" h="30480">
                  <a:moveTo>
                    <a:pt x="0" y="30366"/>
                  </a:moveTo>
                  <a:lnTo>
                    <a:pt x="16028" y="30366"/>
                  </a:lnTo>
                  <a:lnTo>
                    <a:pt x="16028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5" name="object 475"/>
            <p:cNvSpPr/>
            <p:nvPr/>
          </p:nvSpPr>
          <p:spPr>
            <a:xfrm>
              <a:off x="1814986" y="17155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6" name="object 476"/>
            <p:cNvSpPr/>
            <p:nvPr/>
          </p:nvSpPr>
          <p:spPr>
            <a:xfrm>
              <a:off x="1879079" y="17538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0782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0782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7" name="object 477"/>
            <p:cNvSpPr/>
            <p:nvPr/>
          </p:nvSpPr>
          <p:spPr>
            <a:xfrm>
              <a:off x="1879090" y="175385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8" name="object 478"/>
            <p:cNvSpPr/>
            <p:nvPr/>
          </p:nvSpPr>
          <p:spPr>
            <a:xfrm>
              <a:off x="2059878" y="17909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9" name="object 479"/>
            <p:cNvSpPr/>
            <p:nvPr/>
          </p:nvSpPr>
          <p:spPr>
            <a:xfrm>
              <a:off x="2059878" y="17909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0" name="object 480"/>
            <p:cNvSpPr/>
            <p:nvPr/>
          </p:nvSpPr>
          <p:spPr>
            <a:xfrm>
              <a:off x="2084797" y="1729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1" name="object 481"/>
            <p:cNvSpPr/>
            <p:nvPr/>
          </p:nvSpPr>
          <p:spPr>
            <a:xfrm>
              <a:off x="2084797" y="17297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2" name="object 482"/>
            <p:cNvSpPr/>
            <p:nvPr/>
          </p:nvSpPr>
          <p:spPr>
            <a:xfrm>
              <a:off x="1897730" y="18609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3" name="object 483"/>
            <p:cNvSpPr/>
            <p:nvPr/>
          </p:nvSpPr>
          <p:spPr>
            <a:xfrm>
              <a:off x="1897730" y="18609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4" name="object 484"/>
            <p:cNvSpPr/>
            <p:nvPr/>
          </p:nvSpPr>
          <p:spPr>
            <a:xfrm>
              <a:off x="1890382" y="16857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5595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5595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5" name="object 485"/>
            <p:cNvSpPr/>
            <p:nvPr/>
          </p:nvSpPr>
          <p:spPr>
            <a:xfrm>
              <a:off x="1890386" y="168579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6" name="object 486"/>
            <p:cNvSpPr/>
            <p:nvPr/>
          </p:nvSpPr>
          <p:spPr>
            <a:xfrm>
              <a:off x="1828294" y="20619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7" name="object 487"/>
            <p:cNvSpPr/>
            <p:nvPr/>
          </p:nvSpPr>
          <p:spPr>
            <a:xfrm>
              <a:off x="1828294" y="20619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8" name="object 488"/>
            <p:cNvSpPr/>
            <p:nvPr/>
          </p:nvSpPr>
          <p:spPr>
            <a:xfrm>
              <a:off x="1909128" y="13370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9" name="object 489"/>
            <p:cNvSpPr/>
            <p:nvPr/>
          </p:nvSpPr>
          <p:spPr>
            <a:xfrm>
              <a:off x="1909128" y="13370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0" name="object 490"/>
            <p:cNvSpPr/>
            <p:nvPr/>
          </p:nvSpPr>
          <p:spPr>
            <a:xfrm>
              <a:off x="1727924" y="18637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1" name="object 491"/>
            <p:cNvSpPr/>
            <p:nvPr/>
          </p:nvSpPr>
          <p:spPr>
            <a:xfrm>
              <a:off x="1727924" y="18637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2" name="object 492"/>
            <p:cNvSpPr/>
            <p:nvPr/>
          </p:nvSpPr>
          <p:spPr>
            <a:xfrm>
              <a:off x="1724838" y="14363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3" name="object 493"/>
            <p:cNvSpPr/>
            <p:nvPr/>
          </p:nvSpPr>
          <p:spPr>
            <a:xfrm>
              <a:off x="1724838" y="143634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4" name="object 494"/>
            <p:cNvSpPr/>
            <p:nvPr/>
          </p:nvSpPr>
          <p:spPr>
            <a:xfrm>
              <a:off x="1763779" y="16383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5" name="object 495"/>
            <p:cNvSpPr/>
            <p:nvPr/>
          </p:nvSpPr>
          <p:spPr>
            <a:xfrm>
              <a:off x="1763779" y="163833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6" name="object 496"/>
            <p:cNvSpPr/>
            <p:nvPr/>
          </p:nvSpPr>
          <p:spPr>
            <a:xfrm>
              <a:off x="1820468" y="16907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5" y="0"/>
                  </a:moveTo>
                  <a:lnTo>
                    <a:pt x="0" y="0"/>
                  </a:lnTo>
                  <a:lnTo>
                    <a:pt x="0" y="10604"/>
                  </a:lnTo>
                  <a:lnTo>
                    <a:pt x="0" y="30365"/>
                  </a:lnTo>
                  <a:lnTo>
                    <a:pt x="30365" y="30365"/>
                  </a:lnTo>
                  <a:lnTo>
                    <a:pt x="30365" y="1060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7" name="object 497"/>
            <p:cNvSpPr/>
            <p:nvPr/>
          </p:nvSpPr>
          <p:spPr>
            <a:xfrm>
              <a:off x="1820470" y="16907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8" name="object 498"/>
            <p:cNvSpPr/>
            <p:nvPr/>
          </p:nvSpPr>
          <p:spPr>
            <a:xfrm>
              <a:off x="1912985" y="14131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9" name="object 499"/>
            <p:cNvSpPr/>
            <p:nvPr/>
          </p:nvSpPr>
          <p:spPr>
            <a:xfrm>
              <a:off x="1912985" y="141316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0" name="object 500"/>
            <p:cNvSpPr/>
            <p:nvPr/>
          </p:nvSpPr>
          <p:spPr>
            <a:xfrm>
              <a:off x="2176447" y="17546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1" name="object 501"/>
            <p:cNvSpPr/>
            <p:nvPr/>
          </p:nvSpPr>
          <p:spPr>
            <a:xfrm>
              <a:off x="2176447" y="175465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2" name="object 502"/>
            <p:cNvSpPr/>
            <p:nvPr/>
          </p:nvSpPr>
          <p:spPr>
            <a:xfrm>
              <a:off x="2136868" y="16921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3" name="object 503"/>
            <p:cNvSpPr/>
            <p:nvPr/>
          </p:nvSpPr>
          <p:spPr>
            <a:xfrm>
              <a:off x="2136868" y="169217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4" name="object 504"/>
            <p:cNvSpPr/>
            <p:nvPr/>
          </p:nvSpPr>
          <p:spPr>
            <a:xfrm>
              <a:off x="1952330" y="18749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5" name="object 505"/>
            <p:cNvSpPr/>
            <p:nvPr/>
          </p:nvSpPr>
          <p:spPr>
            <a:xfrm>
              <a:off x="1952330" y="187490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6" name="object 506"/>
            <p:cNvSpPr/>
            <p:nvPr/>
          </p:nvSpPr>
          <p:spPr>
            <a:xfrm>
              <a:off x="1766568" y="1409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7" name="object 507"/>
            <p:cNvSpPr/>
            <p:nvPr/>
          </p:nvSpPr>
          <p:spPr>
            <a:xfrm>
              <a:off x="1766568" y="140908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8" name="object 508"/>
            <p:cNvSpPr/>
            <p:nvPr/>
          </p:nvSpPr>
          <p:spPr>
            <a:xfrm>
              <a:off x="1479654" y="16603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9" name="object 509"/>
            <p:cNvSpPr/>
            <p:nvPr/>
          </p:nvSpPr>
          <p:spPr>
            <a:xfrm>
              <a:off x="1479654" y="166035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0" name="object 510"/>
            <p:cNvSpPr/>
            <p:nvPr/>
          </p:nvSpPr>
          <p:spPr>
            <a:xfrm>
              <a:off x="1534375" y="17107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1" name="object 511"/>
            <p:cNvSpPr/>
            <p:nvPr/>
          </p:nvSpPr>
          <p:spPr>
            <a:xfrm>
              <a:off x="1534375" y="171071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2" name="object 512"/>
            <p:cNvSpPr/>
            <p:nvPr/>
          </p:nvSpPr>
          <p:spPr>
            <a:xfrm>
              <a:off x="1451146" y="1727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3" name="object 513"/>
            <p:cNvSpPr/>
            <p:nvPr/>
          </p:nvSpPr>
          <p:spPr>
            <a:xfrm>
              <a:off x="1451146" y="17274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4" name="object 514"/>
            <p:cNvSpPr/>
            <p:nvPr/>
          </p:nvSpPr>
          <p:spPr>
            <a:xfrm>
              <a:off x="1559794" y="17437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5" name="object 515"/>
            <p:cNvSpPr/>
            <p:nvPr/>
          </p:nvSpPr>
          <p:spPr>
            <a:xfrm>
              <a:off x="1559794" y="17437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6" name="object 516"/>
            <p:cNvSpPr/>
            <p:nvPr/>
          </p:nvSpPr>
          <p:spPr>
            <a:xfrm>
              <a:off x="2129570" y="20867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7" name="object 517"/>
            <p:cNvSpPr/>
            <p:nvPr/>
          </p:nvSpPr>
          <p:spPr>
            <a:xfrm>
              <a:off x="2129570" y="20867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8" name="object 518"/>
            <p:cNvSpPr/>
            <p:nvPr/>
          </p:nvSpPr>
          <p:spPr>
            <a:xfrm>
              <a:off x="2080467" y="2113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9" name="object 519"/>
            <p:cNvSpPr/>
            <p:nvPr/>
          </p:nvSpPr>
          <p:spPr>
            <a:xfrm>
              <a:off x="2080467" y="21131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0" name="object 520"/>
            <p:cNvSpPr/>
            <p:nvPr/>
          </p:nvSpPr>
          <p:spPr>
            <a:xfrm>
              <a:off x="2008561" y="18669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1" name="object 521"/>
            <p:cNvSpPr/>
            <p:nvPr/>
          </p:nvSpPr>
          <p:spPr>
            <a:xfrm>
              <a:off x="2008561" y="18669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2" name="object 522"/>
            <p:cNvSpPr/>
            <p:nvPr/>
          </p:nvSpPr>
          <p:spPr>
            <a:xfrm>
              <a:off x="2122924" y="18722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3" name="object 523"/>
            <p:cNvSpPr/>
            <p:nvPr/>
          </p:nvSpPr>
          <p:spPr>
            <a:xfrm>
              <a:off x="2122924" y="187224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4" name="object 524"/>
            <p:cNvSpPr/>
            <p:nvPr/>
          </p:nvSpPr>
          <p:spPr>
            <a:xfrm>
              <a:off x="2071928" y="18527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5" name="object 525"/>
            <p:cNvSpPr/>
            <p:nvPr/>
          </p:nvSpPr>
          <p:spPr>
            <a:xfrm>
              <a:off x="2071928" y="185279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6" name="object 526"/>
            <p:cNvSpPr/>
            <p:nvPr/>
          </p:nvSpPr>
          <p:spPr>
            <a:xfrm>
              <a:off x="1888934" y="1821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7" name="object 527"/>
            <p:cNvSpPr/>
            <p:nvPr/>
          </p:nvSpPr>
          <p:spPr>
            <a:xfrm>
              <a:off x="1888934" y="18218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8" name="object 528"/>
            <p:cNvSpPr/>
            <p:nvPr/>
          </p:nvSpPr>
          <p:spPr>
            <a:xfrm>
              <a:off x="2026886" y="16701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9" name="object 529"/>
            <p:cNvSpPr/>
            <p:nvPr/>
          </p:nvSpPr>
          <p:spPr>
            <a:xfrm>
              <a:off x="2026886" y="167018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0" name="object 530"/>
            <p:cNvSpPr/>
            <p:nvPr/>
          </p:nvSpPr>
          <p:spPr>
            <a:xfrm>
              <a:off x="1821398" y="1595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1" name="object 531"/>
            <p:cNvSpPr/>
            <p:nvPr/>
          </p:nvSpPr>
          <p:spPr>
            <a:xfrm>
              <a:off x="1821398" y="159507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2" name="object 532"/>
            <p:cNvSpPr/>
            <p:nvPr/>
          </p:nvSpPr>
          <p:spPr>
            <a:xfrm>
              <a:off x="1835663" y="15982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3" name="object 533"/>
            <p:cNvSpPr/>
            <p:nvPr/>
          </p:nvSpPr>
          <p:spPr>
            <a:xfrm>
              <a:off x="1835663" y="159829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4" name="object 534"/>
            <p:cNvSpPr/>
            <p:nvPr/>
          </p:nvSpPr>
          <p:spPr>
            <a:xfrm>
              <a:off x="1872456" y="165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5" name="object 535"/>
            <p:cNvSpPr/>
            <p:nvPr/>
          </p:nvSpPr>
          <p:spPr>
            <a:xfrm>
              <a:off x="1872456" y="165993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6" name="object 536"/>
            <p:cNvSpPr/>
            <p:nvPr/>
          </p:nvSpPr>
          <p:spPr>
            <a:xfrm>
              <a:off x="1586138" y="18710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7" name="object 537"/>
            <p:cNvSpPr/>
            <p:nvPr/>
          </p:nvSpPr>
          <p:spPr>
            <a:xfrm>
              <a:off x="1586138" y="18710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8" name="object 538"/>
            <p:cNvSpPr/>
            <p:nvPr/>
          </p:nvSpPr>
          <p:spPr>
            <a:xfrm>
              <a:off x="1964175" y="1821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9" name="object 539"/>
            <p:cNvSpPr/>
            <p:nvPr/>
          </p:nvSpPr>
          <p:spPr>
            <a:xfrm>
              <a:off x="1964175" y="18212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0" name="object 540"/>
            <p:cNvSpPr/>
            <p:nvPr/>
          </p:nvSpPr>
          <p:spPr>
            <a:xfrm>
              <a:off x="1775557" y="17446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1" name="object 541"/>
            <p:cNvSpPr/>
            <p:nvPr/>
          </p:nvSpPr>
          <p:spPr>
            <a:xfrm>
              <a:off x="1775557" y="174467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2" name="object 542"/>
            <p:cNvSpPr/>
            <p:nvPr/>
          </p:nvSpPr>
          <p:spPr>
            <a:xfrm>
              <a:off x="1774142" y="18746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3" name="object 543"/>
            <p:cNvSpPr/>
            <p:nvPr/>
          </p:nvSpPr>
          <p:spPr>
            <a:xfrm>
              <a:off x="1774142" y="187468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4" name="object 544"/>
            <p:cNvSpPr/>
            <p:nvPr/>
          </p:nvSpPr>
          <p:spPr>
            <a:xfrm>
              <a:off x="1663201" y="16715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5" name="object 545"/>
            <p:cNvSpPr/>
            <p:nvPr/>
          </p:nvSpPr>
          <p:spPr>
            <a:xfrm>
              <a:off x="1663201" y="16715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6" name="object 546"/>
            <p:cNvSpPr/>
            <p:nvPr/>
          </p:nvSpPr>
          <p:spPr>
            <a:xfrm>
              <a:off x="1836760" y="20279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7" name="object 547"/>
            <p:cNvSpPr/>
            <p:nvPr/>
          </p:nvSpPr>
          <p:spPr>
            <a:xfrm>
              <a:off x="1836760" y="202795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8" name="object 548"/>
            <p:cNvSpPr/>
            <p:nvPr/>
          </p:nvSpPr>
          <p:spPr>
            <a:xfrm>
              <a:off x="1683507" y="13926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9" name="object 549"/>
            <p:cNvSpPr/>
            <p:nvPr/>
          </p:nvSpPr>
          <p:spPr>
            <a:xfrm>
              <a:off x="1683507" y="13926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0" name="object 550"/>
            <p:cNvSpPr/>
            <p:nvPr/>
          </p:nvSpPr>
          <p:spPr>
            <a:xfrm>
              <a:off x="1949170" y="1476895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5" y="71539"/>
                  </a:moveTo>
                  <a:lnTo>
                    <a:pt x="23571" y="64731"/>
                  </a:lnTo>
                  <a:lnTo>
                    <a:pt x="6807" y="64731"/>
                  </a:lnTo>
                  <a:lnTo>
                    <a:pt x="0" y="71539"/>
                  </a:lnTo>
                  <a:lnTo>
                    <a:pt x="0" y="88303"/>
                  </a:lnTo>
                  <a:lnTo>
                    <a:pt x="6807" y="95097"/>
                  </a:lnTo>
                  <a:lnTo>
                    <a:pt x="23571" y="95097"/>
                  </a:lnTo>
                  <a:lnTo>
                    <a:pt x="30365" y="88303"/>
                  </a:lnTo>
                  <a:lnTo>
                    <a:pt x="30365" y="71539"/>
                  </a:lnTo>
                  <a:close/>
                </a:path>
                <a:path w="109219" h="95250">
                  <a:moveTo>
                    <a:pt x="108839" y="6794"/>
                  </a:moveTo>
                  <a:lnTo>
                    <a:pt x="102044" y="0"/>
                  </a:lnTo>
                  <a:lnTo>
                    <a:pt x="85280" y="0"/>
                  </a:lnTo>
                  <a:lnTo>
                    <a:pt x="78473" y="6794"/>
                  </a:lnTo>
                  <a:lnTo>
                    <a:pt x="78473" y="23558"/>
                  </a:lnTo>
                  <a:lnTo>
                    <a:pt x="85280" y="30365"/>
                  </a:lnTo>
                  <a:lnTo>
                    <a:pt x="102044" y="30365"/>
                  </a:lnTo>
                  <a:lnTo>
                    <a:pt x="108839" y="23558"/>
                  </a:lnTo>
                  <a:lnTo>
                    <a:pt x="108839" y="6794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1" name="object 551"/>
            <p:cNvSpPr/>
            <p:nvPr/>
          </p:nvSpPr>
          <p:spPr>
            <a:xfrm>
              <a:off x="1949179" y="1476884"/>
              <a:ext cx="109220" cy="95250"/>
            </a:xfrm>
            <a:custGeom>
              <a:avLst/>
              <a:gdLst/>
              <a:ahLst/>
              <a:cxnLst/>
              <a:rect l="l" t="t" r="r" b="b"/>
              <a:pathLst>
                <a:path w="109219" h="95250">
                  <a:moveTo>
                    <a:pt x="30366" y="79924"/>
                  </a:moveTo>
                  <a:lnTo>
                    <a:pt x="30366" y="71538"/>
                  </a:lnTo>
                  <a:lnTo>
                    <a:pt x="23568" y="64741"/>
                  </a:lnTo>
                  <a:lnTo>
                    <a:pt x="15183" y="64741"/>
                  </a:lnTo>
                  <a:lnTo>
                    <a:pt x="6797" y="64741"/>
                  </a:lnTo>
                  <a:lnTo>
                    <a:pt x="0" y="71538"/>
                  </a:lnTo>
                  <a:lnTo>
                    <a:pt x="0" y="79924"/>
                  </a:lnTo>
                  <a:lnTo>
                    <a:pt x="0" y="88309"/>
                  </a:lnTo>
                  <a:lnTo>
                    <a:pt x="6797" y="95107"/>
                  </a:lnTo>
                  <a:lnTo>
                    <a:pt x="15183" y="95107"/>
                  </a:lnTo>
                  <a:lnTo>
                    <a:pt x="23568" y="95107"/>
                  </a:lnTo>
                  <a:lnTo>
                    <a:pt x="30366" y="88309"/>
                  </a:lnTo>
                  <a:lnTo>
                    <a:pt x="30366" y="79924"/>
                  </a:lnTo>
                  <a:close/>
                </a:path>
                <a:path w="109219" h="95250">
                  <a:moveTo>
                    <a:pt x="108841" y="15183"/>
                  </a:moveTo>
                  <a:lnTo>
                    <a:pt x="108841" y="6797"/>
                  </a:lnTo>
                  <a:lnTo>
                    <a:pt x="102043" y="0"/>
                  </a:lnTo>
                  <a:lnTo>
                    <a:pt x="93658" y="0"/>
                  </a:lnTo>
                  <a:lnTo>
                    <a:pt x="85273" y="0"/>
                  </a:lnTo>
                  <a:lnTo>
                    <a:pt x="78475" y="6797"/>
                  </a:lnTo>
                  <a:lnTo>
                    <a:pt x="78475" y="15183"/>
                  </a:lnTo>
                  <a:lnTo>
                    <a:pt x="78475" y="23568"/>
                  </a:lnTo>
                  <a:lnTo>
                    <a:pt x="85273" y="30366"/>
                  </a:lnTo>
                  <a:lnTo>
                    <a:pt x="93658" y="30366"/>
                  </a:lnTo>
                  <a:lnTo>
                    <a:pt x="102043" y="30366"/>
                  </a:lnTo>
                  <a:lnTo>
                    <a:pt x="108841" y="23568"/>
                  </a:lnTo>
                  <a:lnTo>
                    <a:pt x="108841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2" name="object 552"/>
            <p:cNvSpPr/>
            <p:nvPr/>
          </p:nvSpPr>
          <p:spPr>
            <a:xfrm>
              <a:off x="2160131" y="1779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3" name="object 553"/>
            <p:cNvSpPr/>
            <p:nvPr/>
          </p:nvSpPr>
          <p:spPr>
            <a:xfrm>
              <a:off x="2160131" y="17791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4" name="object 554"/>
            <p:cNvSpPr/>
            <p:nvPr/>
          </p:nvSpPr>
          <p:spPr>
            <a:xfrm>
              <a:off x="1516991" y="15854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5" name="object 555"/>
            <p:cNvSpPr/>
            <p:nvPr/>
          </p:nvSpPr>
          <p:spPr>
            <a:xfrm>
              <a:off x="1516991" y="158546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6" name="object 556"/>
            <p:cNvSpPr/>
            <p:nvPr/>
          </p:nvSpPr>
          <p:spPr>
            <a:xfrm>
              <a:off x="1727682" y="1601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7" name="object 557"/>
            <p:cNvSpPr/>
            <p:nvPr/>
          </p:nvSpPr>
          <p:spPr>
            <a:xfrm>
              <a:off x="1727682" y="160171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8" name="object 558"/>
            <p:cNvSpPr/>
            <p:nvPr/>
          </p:nvSpPr>
          <p:spPr>
            <a:xfrm>
              <a:off x="1809382" y="16610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9" name="object 559"/>
            <p:cNvSpPr/>
            <p:nvPr/>
          </p:nvSpPr>
          <p:spPr>
            <a:xfrm>
              <a:off x="1809382" y="166101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0" name="object 560"/>
            <p:cNvSpPr/>
            <p:nvPr/>
          </p:nvSpPr>
          <p:spPr>
            <a:xfrm>
              <a:off x="1805653" y="16212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1" name="object 561"/>
            <p:cNvSpPr/>
            <p:nvPr/>
          </p:nvSpPr>
          <p:spPr>
            <a:xfrm>
              <a:off x="1805653" y="162125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2" name="object 562"/>
            <p:cNvSpPr/>
            <p:nvPr/>
          </p:nvSpPr>
          <p:spPr>
            <a:xfrm>
              <a:off x="1777699" y="172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3" name="object 563"/>
            <p:cNvSpPr/>
            <p:nvPr/>
          </p:nvSpPr>
          <p:spPr>
            <a:xfrm>
              <a:off x="1777699" y="172600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4" name="object 564"/>
            <p:cNvSpPr/>
            <p:nvPr/>
          </p:nvSpPr>
          <p:spPr>
            <a:xfrm>
              <a:off x="1828811" y="1463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5" name="object 565"/>
            <p:cNvSpPr/>
            <p:nvPr/>
          </p:nvSpPr>
          <p:spPr>
            <a:xfrm>
              <a:off x="1828811" y="146392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6" name="object 566"/>
            <p:cNvSpPr/>
            <p:nvPr/>
          </p:nvSpPr>
          <p:spPr>
            <a:xfrm>
              <a:off x="1870996" y="19387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7" name="object 567"/>
            <p:cNvSpPr/>
            <p:nvPr/>
          </p:nvSpPr>
          <p:spPr>
            <a:xfrm>
              <a:off x="1870996" y="193872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8" name="object 568"/>
            <p:cNvSpPr/>
            <p:nvPr/>
          </p:nvSpPr>
          <p:spPr>
            <a:xfrm>
              <a:off x="2162833" y="13528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9" name="object 569"/>
            <p:cNvSpPr/>
            <p:nvPr/>
          </p:nvSpPr>
          <p:spPr>
            <a:xfrm>
              <a:off x="2162833" y="135282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0" name="object 570"/>
            <p:cNvSpPr/>
            <p:nvPr/>
          </p:nvSpPr>
          <p:spPr>
            <a:xfrm>
              <a:off x="1929483" y="18417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1" name="object 571"/>
            <p:cNvSpPr/>
            <p:nvPr/>
          </p:nvSpPr>
          <p:spPr>
            <a:xfrm>
              <a:off x="1929483" y="184170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2" name="object 572"/>
            <p:cNvSpPr/>
            <p:nvPr/>
          </p:nvSpPr>
          <p:spPr>
            <a:xfrm>
              <a:off x="2107900" y="19644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3" name="object 573"/>
            <p:cNvSpPr/>
            <p:nvPr/>
          </p:nvSpPr>
          <p:spPr>
            <a:xfrm>
              <a:off x="2107900" y="1964473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4" name="object 574"/>
            <p:cNvSpPr/>
            <p:nvPr/>
          </p:nvSpPr>
          <p:spPr>
            <a:xfrm>
              <a:off x="2081867" y="15306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5" name="object 575"/>
            <p:cNvSpPr/>
            <p:nvPr/>
          </p:nvSpPr>
          <p:spPr>
            <a:xfrm>
              <a:off x="2081867" y="15306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6" name="object 576"/>
            <p:cNvSpPr/>
            <p:nvPr/>
          </p:nvSpPr>
          <p:spPr>
            <a:xfrm>
              <a:off x="2004882" y="1864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7" name="object 577"/>
            <p:cNvSpPr/>
            <p:nvPr/>
          </p:nvSpPr>
          <p:spPr>
            <a:xfrm>
              <a:off x="2004882" y="186463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8" name="object 578"/>
            <p:cNvSpPr/>
            <p:nvPr/>
          </p:nvSpPr>
          <p:spPr>
            <a:xfrm>
              <a:off x="1902599" y="20309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9" name="object 579"/>
            <p:cNvSpPr/>
            <p:nvPr/>
          </p:nvSpPr>
          <p:spPr>
            <a:xfrm>
              <a:off x="1902599" y="203098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0" name="object 580"/>
            <p:cNvSpPr/>
            <p:nvPr/>
          </p:nvSpPr>
          <p:spPr>
            <a:xfrm>
              <a:off x="1902227" y="18478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1" name="object 581"/>
            <p:cNvSpPr/>
            <p:nvPr/>
          </p:nvSpPr>
          <p:spPr>
            <a:xfrm>
              <a:off x="1902227" y="184782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2" name="object 582"/>
            <p:cNvSpPr/>
            <p:nvPr/>
          </p:nvSpPr>
          <p:spPr>
            <a:xfrm>
              <a:off x="1969939" y="16581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3" name="object 583"/>
            <p:cNvSpPr/>
            <p:nvPr/>
          </p:nvSpPr>
          <p:spPr>
            <a:xfrm>
              <a:off x="1969939" y="165814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4" name="object 584"/>
            <p:cNvSpPr/>
            <p:nvPr/>
          </p:nvSpPr>
          <p:spPr>
            <a:xfrm>
              <a:off x="2058073" y="18419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5" name="object 585"/>
            <p:cNvSpPr/>
            <p:nvPr/>
          </p:nvSpPr>
          <p:spPr>
            <a:xfrm>
              <a:off x="2058073" y="184195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6" name="object 586"/>
            <p:cNvSpPr/>
            <p:nvPr/>
          </p:nvSpPr>
          <p:spPr>
            <a:xfrm>
              <a:off x="1885635" y="15210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7" name="object 587"/>
            <p:cNvSpPr/>
            <p:nvPr/>
          </p:nvSpPr>
          <p:spPr>
            <a:xfrm>
              <a:off x="1885635" y="152106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8" name="object 588"/>
            <p:cNvSpPr/>
            <p:nvPr/>
          </p:nvSpPr>
          <p:spPr>
            <a:xfrm>
              <a:off x="2061853" y="1429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9" name="object 589"/>
            <p:cNvSpPr/>
            <p:nvPr/>
          </p:nvSpPr>
          <p:spPr>
            <a:xfrm>
              <a:off x="2061853" y="14298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0" name="object 590"/>
            <p:cNvSpPr/>
            <p:nvPr/>
          </p:nvSpPr>
          <p:spPr>
            <a:xfrm>
              <a:off x="1505340" y="18370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1" name="object 591"/>
            <p:cNvSpPr/>
            <p:nvPr/>
          </p:nvSpPr>
          <p:spPr>
            <a:xfrm>
              <a:off x="1505340" y="183700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2" name="object 592"/>
            <p:cNvSpPr/>
            <p:nvPr/>
          </p:nvSpPr>
          <p:spPr>
            <a:xfrm>
              <a:off x="1664699" y="16381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3" name="object 593"/>
            <p:cNvSpPr/>
            <p:nvPr/>
          </p:nvSpPr>
          <p:spPr>
            <a:xfrm>
              <a:off x="1664699" y="16381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4" name="object 594"/>
            <p:cNvSpPr/>
            <p:nvPr/>
          </p:nvSpPr>
          <p:spPr>
            <a:xfrm>
              <a:off x="1831014" y="170138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63263" y="0"/>
                  </a:moveTo>
                  <a:lnTo>
                    <a:pt x="0" y="0"/>
                  </a:lnTo>
                  <a:lnTo>
                    <a:pt x="0" y="63263"/>
                  </a:lnTo>
                  <a:lnTo>
                    <a:pt x="63263" y="63263"/>
                  </a:lnTo>
                  <a:lnTo>
                    <a:pt x="632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5" name="object 595"/>
            <p:cNvSpPr/>
            <p:nvPr/>
          </p:nvSpPr>
          <p:spPr>
            <a:xfrm>
              <a:off x="1831014" y="1701387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263"/>
                  </a:moveTo>
                  <a:lnTo>
                    <a:pt x="63263" y="63263"/>
                  </a:lnTo>
                  <a:lnTo>
                    <a:pt x="63263" y="0"/>
                  </a:lnTo>
                  <a:lnTo>
                    <a:pt x="0" y="0"/>
                  </a:lnTo>
                  <a:lnTo>
                    <a:pt x="0" y="63263"/>
                  </a:lnTo>
                  <a:close/>
                </a:path>
              </a:pathLst>
            </a:custGeom>
            <a:ln w="10122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6" name="object 596"/>
          <p:cNvGrpSpPr/>
          <p:nvPr/>
        </p:nvGrpSpPr>
        <p:grpSpPr>
          <a:xfrm>
            <a:off x="4882268" y="3889555"/>
            <a:ext cx="70468" cy="70468"/>
            <a:chOff x="1692565" y="1962785"/>
            <a:chExt cx="35560" cy="35560"/>
          </a:xfrm>
        </p:grpSpPr>
        <p:sp>
          <p:nvSpPr>
            <p:cNvPr id="597" name="object 597"/>
            <p:cNvSpPr/>
            <p:nvPr/>
          </p:nvSpPr>
          <p:spPr>
            <a:xfrm>
              <a:off x="1695096" y="1965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8" name="object 598"/>
            <p:cNvSpPr/>
            <p:nvPr/>
          </p:nvSpPr>
          <p:spPr>
            <a:xfrm>
              <a:off x="1695096" y="1965315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9" name="object 599"/>
          <p:cNvGrpSpPr/>
          <p:nvPr/>
        </p:nvGrpSpPr>
        <p:grpSpPr>
          <a:xfrm>
            <a:off x="5098585" y="4523044"/>
            <a:ext cx="70468" cy="70468"/>
            <a:chOff x="1801725" y="2282462"/>
            <a:chExt cx="35560" cy="35560"/>
          </a:xfrm>
        </p:grpSpPr>
        <p:sp>
          <p:nvSpPr>
            <p:cNvPr id="600" name="object 600"/>
            <p:cNvSpPr/>
            <p:nvPr/>
          </p:nvSpPr>
          <p:spPr>
            <a:xfrm>
              <a:off x="1804255" y="2284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1" name="object 601"/>
            <p:cNvSpPr/>
            <p:nvPr/>
          </p:nvSpPr>
          <p:spPr>
            <a:xfrm>
              <a:off x="1804255" y="228499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2" name="object 602"/>
          <p:cNvGrpSpPr/>
          <p:nvPr/>
        </p:nvGrpSpPr>
        <p:grpSpPr>
          <a:xfrm>
            <a:off x="5678293" y="4408554"/>
            <a:ext cx="70468" cy="70468"/>
            <a:chOff x="2094263" y="2224687"/>
            <a:chExt cx="35560" cy="35560"/>
          </a:xfrm>
        </p:grpSpPr>
        <p:sp>
          <p:nvSpPr>
            <p:cNvPr id="603" name="object 603"/>
            <p:cNvSpPr/>
            <p:nvPr/>
          </p:nvSpPr>
          <p:spPr>
            <a:xfrm>
              <a:off x="2096793" y="2227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4" name="object 604"/>
            <p:cNvSpPr/>
            <p:nvPr/>
          </p:nvSpPr>
          <p:spPr>
            <a:xfrm>
              <a:off x="2096793" y="222721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05" name="object 605"/>
          <p:cNvGrpSpPr/>
          <p:nvPr/>
        </p:nvGrpSpPr>
        <p:grpSpPr>
          <a:xfrm>
            <a:off x="6518107" y="4852533"/>
            <a:ext cx="186236" cy="161069"/>
            <a:chOff x="2518058" y="2448732"/>
            <a:chExt cx="93980" cy="81280"/>
          </a:xfrm>
        </p:grpSpPr>
        <p:sp>
          <p:nvSpPr>
            <p:cNvPr id="606" name="object 606"/>
            <p:cNvSpPr/>
            <p:nvPr/>
          </p:nvSpPr>
          <p:spPr>
            <a:xfrm>
              <a:off x="2578667" y="24966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7" name="object 607"/>
            <p:cNvSpPr/>
            <p:nvPr/>
          </p:nvSpPr>
          <p:spPr>
            <a:xfrm>
              <a:off x="2578667" y="2496697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8" name="object 608"/>
            <p:cNvSpPr/>
            <p:nvPr/>
          </p:nvSpPr>
          <p:spPr>
            <a:xfrm>
              <a:off x="2520588" y="24540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9" name="object 609"/>
            <p:cNvSpPr/>
            <p:nvPr/>
          </p:nvSpPr>
          <p:spPr>
            <a:xfrm>
              <a:off x="2520588" y="245408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0" name="object 610"/>
            <p:cNvSpPr/>
            <p:nvPr/>
          </p:nvSpPr>
          <p:spPr>
            <a:xfrm>
              <a:off x="2525812" y="2451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1" name="object 611"/>
            <p:cNvSpPr/>
            <p:nvPr/>
          </p:nvSpPr>
          <p:spPr>
            <a:xfrm>
              <a:off x="2525812" y="2451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2" name="object 612"/>
          <p:cNvGrpSpPr/>
          <p:nvPr/>
        </p:nvGrpSpPr>
        <p:grpSpPr>
          <a:xfrm>
            <a:off x="7468733" y="4544812"/>
            <a:ext cx="70468" cy="70468"/>
            <a:chOff x="2997772" y="2293447"/>
            <a:chExt cx="35560" cy="35560"/>
          </a:xfrm>
        </p:grpSpPr>
        <p:sp>
          <p:nvSpPr>
            <p:cNvPr id="613" name="object 613"/>
            <p:cNvSpPr/>
            <p:nvPr/>
          </p:nvSpPr>
          <p:spPr>
            <a:xfrm>
              <a:off x="3000303" y="2295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4" name="object 614"/>
            <p:cNvSpPr/>
            <p:nvPr/>
          </p:nvSpPr>
          <p:spPr>
            <a:xfrm>
              <a:off x="3000303" y="229597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15" name="object 615"/>
          <p:cNvGrpSpPr/>
          <p:nvPr/>
        </p:nvGrpSpPr>
        <p:grpSpPr>
          <a:xfrm>
            <a:off x="6588008" y="5142950"/>
            <a:ext cx="70468" cy="70468"/>
            <a:chOff x="2553332" y="2595285"/>
            <a:chExt cx="35560" cy="35560"/>
          </a:xfrm>
        </p:grpSpPr>
        <p:sp>
          <p:nvSpPr>
            <p:cNvPr id="616" name="object 616"/>
            <p:cNvSpPr/>
            <p:nvPr/>
          </p:nvSpPr>
          <p:spPr>
            <a:xfrm>
              <a:off x="2555862" y="25978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23568" y="0"/>
                  </a:moveTo>
                  <a:lnTo>
                    <a:pt x="6797" y="0"/>
                  </a:lnTo>
                  <a:lnTo>
                    <a:pt x="0" y="6797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6797"/>
                  </a:lnTo>
                  <a:lnTo>
                    <a:pt x="2356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7" name="object 617"/>
            <p:cNvSpPr/>
            <p:nvPr/>
          </p:nvSpPr>
          <p:spPr>
            <a:xfrm>
              <a:off x="2555862" y="2597816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80" h="3048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18" name="object 618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404305788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4425" y="406078"/>
            <a:ext cx="1759171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30" dirty="0">
                <a:solidFill>
                  <a:srgbClr val="214796"/>
                </a:solidFill>
                <a:latin typeface="Arial"/>
                <a:cs typeface="Arial"/>
              </a:rPr>
              <a:t>Co</a:t>
            </a:r>
            <a:r>
              <a:rPr sz="2081" b="1" spc="-20" dirty="0">
                <a:solidFill>
                  <a:srgbClr val="214796"/>
                </a:solidFill>
                <a:latin typeface="Arial"/>
                <a:cs typeface="Arial"/>
              </a:rPr>
              <a:t>nv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er</a:t>
            </a:r>
            <a:r>
              <a:rPr sz="2081" b="1" spc="50" dirty="0">
                <a:solidFill>
                  <a:srgbClr val="214796"/>
                </a:solidFill>
                <a:latin typeface="Arial"/>
                <a:cs typeface="Arial"/>
              </a:rPr>
              <a:t>g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ence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88774" y="1415823"/>
            <a:ext cx="4410512" cy="3666826"/>
            <a:chOff x="1191218" y="714466"/>
            <a:chExt cx="2225675" cy="1850389"/>
          </a:xfrm>
        </p:grpSpPr>
        <p:sp>
          <p:nvSpPr>
            <p:cNvPr id="4" name="object 4"/>
            <p:cNvSpPr/>
            <p:nvPr/>
          </p:nvSpPr>
          <p:spPr>
            <a:xfrm>
              <a:off x="1193749" y="716997"/>
              <a:ext cx="2220595" cy="1845310"/>
            </a:xfrm>
            <a:custGeom>
              <a:avLst/>
              <a:gdLst/>
              <a:ahLst/>
              <a:cxnLst/>
              <a:rect l="l" t="t" r="r" b="b"/>
              <a:pathLst>
                <a:path w="2220595" h="1845310">
                  <a:moveTo>
                    <a:pt x="138782" y="1844734"/>
                  </a:moveTo>
                  <a:lnTo>
                    <a:pt x="138782" y="1808734"/>
                  </a:lnTo>
                </a:path>
                <a:path w="2220595" h="1845310">
                  <a:moveTo>
                    <a:pt x="138782" y="1844734"/>
                  </a:moveTo>
                  <a:lnTo>
                    <a:pt x="138782" y="1790739"/>
                  </a:lnTo>
                </a:path>
                <a:path w="2220595" h="1845310">
                  <a:moveTo>
                    <a:pt x="138782" y="0"/>
                  </a:moveTo>
                  <a:lnTo>
                    <a:pt x="138782" y="36000"/>
                  </a:lnTo>
                </a:path>
                <a:path w="2220595" h="1845310">
                  <a:moveTo>
                    <a:pt x="138782" y="0"/>
                  </a:moveTo>
                  <a:lnTo>
                    <a:pt x="138782" y="53995"/>
                  </a:lnTo>
                </a:path>
                <a:path w="2220595" h="1845310">
                  <a:moveTo>
                    <a:pt x="277565" y="1844734"/>
                  </a:moveTo>
                  <a:lnTo>
                    <a:pt x="277565" y="1808734"/>
                  </a:lnTo>
                </a:path>
                <a:path w="2220595" h="1845310">
                  <a:moveTo>
                    <a:pt x="277565" y="0"/>
                  </a:moveTo>
                  <a:lnTo>
                    <a:pt x="277565" y="36000"/>
                  </a:lnTo>
                </a:path>
                <a:path w="2220595" h="1845310">
                  <a:moveTo>
                    <a:pt x="416348" y="1844734"/>
                  </a:moveTo>
                  <a:lnTo>
                    <a:pt x="416348" y="1808734"/>
                  </a:lnTo>
                </a:path>
                <a:path w="2220595" h="1845310">
                  <a:moveTo>
                    <a:pt x="416348" y="1844734"/>
                  </a:moveTo>
                  <a:lnTo>
                    <a:pt x="416348" y="1790739"/>
                  </a:lnTo>
                </a:path>
                <a:path w="2220595" h="1845310">
                  <a:moveTo>
                    <a:pt x="416348" y="0"/>
                  </a:moveTo>
                  <a:lnTo>
                    <a:pt x="416348" y="36000"/>
                  </a:lnTo>
                </a:path>
                <a:path w="2220595" h="1845310">
                  <a:moveTo>
                    <a:pt x="416348" y="0"/>
                  </a:moveTo>
                  <a:lnTo>
                    <a:pt x="416348" y="53995"/>
                  </a:lnTo>
                </a:path>
                <a:path w="2220595" h="1845310">
                  <a:moveTo>
                    <a:pt x="555131" y="1844734"/>
                  </a:moveTo>
                  <a:lnTo>
                    <a:pt x="555131" y="1808734"/>
                  </a:lnTo>
                </a:path>
                <a:path w="2220595" h="1845310">
                  <a:moveTo>
                    <a:pt x="555131" y="0"/>
                  </a:moveTo>
                  <a:lnTo>
                    <a:pt x="555131" y="36000"/>
                  </a:lnTo>
                </a:path>
                <a:path w="2220595" h="1845310">
                  <a:moveTo>
                    <a:pt x="693914" y="1844734"/>
                  </a:moveTo>
                  <a:lnTo>
                    <a:pt x="693914" y="1808734"/>
                  </a:lnTo>
                </a:path>
                <a:path w="2220595" h="1845310">
                  <a:moveTo>
                    <a:pt x="693914" y="1844734"/>
                  </a:moveTo>
                  <a:lnTo>
                    <a:pt x="693914" y="1790739"/>
                  </a:lnTo>
                </a:path>
                <a:path w="2220595" h="1845310">
                  <a:moveTo>
                    <a:pt x="693914" y="0"/>
                  </a:moveTo>
                  <a:lnTo>
                    <a:pt x="693914" y="36000"/>
                  </a:lnTo>
                </a:path>
                <a:path w="2220595" h="1845310">
                  <a:moveTo>
                    <a:pt x="693914" y="0"/>
                  </a:moveTo>
                  <a:lnTo>
                    <a:pt x="693914" y="53995"/>
                  </a:lnTo>
                </a:path>
                <a:path w="2220595" h="1845310">
                  <a:moveTo>
                    <a:pt x="832697" y="1844734"/>
                  </a:moveTo>
                  <a:lnTo>
                    <a:pt x="832697" y="1808734"/>
                  </a:lnTo>
                </a:path>
                <a:path w="2220595" h="1845310">
                  <a:moveTo>
                    <a:pt x="832697" y="0"/>
                  </a:moveTo>
                  <a:lnTo>
                    <a:pt x="832697" y="36000"/>
                  </a:lnTo>
                </a:path>
                <a:path w="2220595" h="1845310">
                  <a:moveTo>
                    <a:pt x="971480" y="1844734"/>
                  </a:moveTo>
                  <a:lnTo>
                    <a:pt x="971480" y="1808734"/>
                  </a:lnTo>
                </a:path>
                <a:path w="2220595" h="1845310">
                  <a:moveTo>
                    <a:pt x="971480" y="1844734"/>
                  </a:moveTo>
                  <a:lnTo>
                    <a:pt x="971480" y="1790739"/>
                  </a:lnTo>
                </a:path>
                <a:path w="2220595" h="1845310">
                  <a:moveTo>
                    <a:pt x="971480" y="0"/>
                  </a:moveTo>
                  <a:lnTo>
                    <a:pt x="971480" y="36000"/>
                  </a:lnTo>
                </a:path>
                <a:path w="2220595" h="1845310">
                  <a:moveTo>
                    <a:pt x="971480" y="0"/>
                  </a:moveTo>
                  <a:lnTo>
                    <a:pt x="971480" y="53995"/>
                  </a:lnTo>
                </a:path>
                <a:path w="2220595" h="1845310">
                  <a:moveTo>
                    <a:pt x="1110263" y="1844734"/>
                  </a:moveTo>
                  <a:lnTo>
                    <a:pt x="1110263" y="1808734"/>
                  </a:lnTo>
                </a:path>
                <a:path w="2220595" h="1845310">
                  <a:moveTo>
                    <a:pt x="1110263" y="0"/>
                  </a:moveTo>
                  <a:lnTo>
                    <a:pt x="1110263" y="36000"/>
                  </a:lnTo>
                </a:path>
                <a:path w="2220595" h="1845310">
                  <a:moveTo>
                    <a:pt x="1249046" y="1844734"/>
                  </a:moveTo>
                  <a:lnTo>
                    <a:pt x="1249046" y="1808734"/>
                  </a:lnTo>
                </a:path>
                <a:path w="2220595" h="1845310">
                  <a:moveTo>
                    <a:pt x="1249046" y="1844734"/>
                  </a:moveTo>
                  <a:lnTo>
                    <a:pt x="1249046" y="1790739"/>
                  </a:lnTo>
                </a:path>
                <a:path w="2220595" h="1845310">
                  <a:moveTo>
                    <a:pt x="1249046" y="0"/>
                  </a:moveTo>
                  <a:lnTo>
                    <a:pt x="1249046" y="36000"/>
                  </a:lnTo>
                </a:path>
                <a:path w="2220595" h="1845310">
                  <a:moveTo>
                    <a:pt x="1249046" y="0"/>
                  </a:moveTo>
                  <a:lnTo>
                    <a:pt x="1249046" y="53995"/>
                  </a:lnTo>
                </a:path>
                <a:path w="2220595" h="1845310">
                  <a:moveTo>
                    <a:pt x="1387829" y="1844734"/>
                  </a:moveTo>
                  <a:lnTo>
                    <a:pt x="1387829" y="1808734"/>
                  </a:lnTo>
                </a:path>
                <a:path w="2220595" h="1845310">
                  <a:moveTo>
                    <a:pt x="1387829" y="0"/>
                  </a:moveTo>
                  <a:lnTo>
                    <a:pt x="1387829" y="36000"/>
                  </a:lnTo>
                </a:path>
                <a:path w="2220595" h="1845310">
                  <a:moveTo>
                    <a:pt x="1526612" y="1844734"/>
                  </a:moveTo>
                  <a:lnTo>
                    <a:pt x="1526612" y="1808734"/>
                  </a:lnTo>
                </a:path>
                <a:path w="2220595" h="1845310">
                  <a:moveTo>
                    <a:pt x="1526612" y="1844734"/>
                  </a:moveTo>
                  <a:lnTo>
                    <a:pt x="1526612" y="1790739"/>
                  </a:lnTo>
                </a:path>
                <a:path w="2220595" h="1845310">
                  <a:moveTo>
                    <a:pt x="1526612" y="0"/>
                  </a:moveTo>
                  <a:lnTo>
                    <a:pt x="1526612" y="36000"/>
                  </a:lnTo>
                </a:path>
                <a:path w="2220595" h="1845310">
                  <a:moveTo>
                    <a:pt x="1526612" y="0"/>
                  </a:moveTo>
                  <a:lnTo>
                    <a:pt x="1526612" y="53995"/>
                  </a:lnTo>
                </a:path>
                <a:path w="2220595" h="1845310">
                  <a:moveTo>
                    <a:pt x="1665395" y="1844734"/>
                  </a:moveTo>
                  <a:lnTo>
                    <a:pt x="1665395" y="1808734"/>
                  </a:lnTo>
                </a:path>
                <a:path w="2220595" h="1845310">
                  <a:moveTo>
                    <a:pt x="1665395" y="0"/>
                  </a:moveTo>
                  <a:lnTo>
                    <a:pt x="1665395" y="36000"/>
                  </a:lnTo>
                </a:path>
                <a:path w="2220595" h="1845310">
                  <a:moveTo>
                    <a:pt x="1804178" y="1844734"/>
                  </a:moveTo>
                  <a:lnTo>
                    <a:pt x="1804178" y="1808734"/>
                  </a:lnTo>
                </a:path>
                <a:path w="2220595" h="1845310">
                  <a:moveTo>
                    <a:pt x="1804178" y="1844734"/>
                  </a:moveTo>
                  <a:lnTo>
                    <a:pt x="1804178" y="1790739"/>
                  </a:lnTo>
                </a:path>
                <a:path w="2220595" h="1845310">
                  <a:moveTo>
                    <a:pt x="1804178" y="0"/>
                  </a:moveTo>
                  <a:lnTo>
                    <a:pt x="1804178" y="36000"/>
                  </a:lnTo>
                </a:path>
                <a:path w="2220595" h="1845310">
                  <a:moveTo>
                    <a:pt x="1804178" y="0"/>
                  </a:moveTo>
                  <a:lnTo>
                    <a:pt x="1804178" y="53995"/>
                  </a:lnTo>
                </a:path>
                <a:path w="2220595" h="1845310">
                  <a:moveTo>
                    <a:pt x="1942961" y="1844734"/>
                  </a:moveTo>
                  <a:lnTo>
                    <a:pt x="1942961" y="1808734"/>
                  </a:lnTo>
                </a:path>
                <a:path w="2220595" h="1845310">
                  <a:moveTo>
                    <a:pt x="1942961" y="0"/>
                  </a:moveTo>
                  <a:lnTo>
                    <a:pt x="1942961" y="36000"/>
                  </a:lnTo>
                </a:path>
                <a:path w="2220595" h="1845310">
                  <a:moveTo>
                    <a:pt x="2081743" y="1844734"/>
                  </a:moveTo>
                  <a:lnTo>
                    <a:pt x="2081743" y="1808734"/>
                  </a:lnTo>
                </a:path>
                <a:path w="2220595" h="1845310">
                  <a:moveTo>
                    <a:pt x="2081743" y="1844734"/>
                  </a:moveTo>
                  <a:lnTo>
                    <a:pt x="2081743" y="1790739"/>
                  </a:lnTo>
                </a:path>
                <a:path w="2220595" h="1845310">
                  <a:moveTo>
                    <a:pt x="2081743" y="0"/>
                  </a:moveTo>
                  <a:lnTo>
                    <a:pt x="2081743" y="36000"/>
                  </a:lnTo>
                </a:path>
                <a:path w="2220595" h="1845310">
                  <a:moveTo>
                    <a:pt x="2081743" y="0"/>
                  </a:moveTo>
                  <a:lnTo>
                    <a:pt x="2081743" y="53995"/>
                  </a:lnTo>
                </a:path>
                <a:path w="2220595" h="1845310">
                  <a:moveTo>
                    <a:pt x="0" y="1470680"/>
                  </a:moveTo>
                  <a:lnTo>
                    <a:pt x="54005" y="1470680"/>
                  </a:lnTo>
                </a:path>
                <a:path w="2220595" h="1845310">
                  <a:moveTo>
                    <a:pt x="2220526" y="1470680"/>
                  </a:moveTo>
                  <a:lnTo>
                    <a:pt x="2166520" y="1470680"/>
                  </a:lnTo>
                </a:path>
                <a:path w="2220595" h="1845310">
                  <a:moveTo>
                    <a:pt x="0" y="895645"/>
                  </a:moveTo>
                  <a:lnTo>
                    <a:pt x="54005" y="895645"/>
                  </a:lnTo>
                </a:path>
                <a:path w="2220595" h="1845310">
                  <a:moveTo>
                    <a:pt x="2220526" y="895645"/>
                  </a:moveTo>
                  <a:lnTo>
                    <a:pt x="2166520" y="895645"/>
                  </a:lnTo>
                </a:path>
                <a:path w="2220595" h="1845310">
                  <a:moveTo>
                    <a:pt x="0" y="320610"/>
                  </a:moveTo>
                  <a:lnTo>
                    <a:pt x="54005" y="320610"/>
                  </a:lnTo>
                </a:path>
                <a:path w="2220595" h="1845310">
                  <a:moveTo>
                    <a:pt x="2220526" y="320610"/>
                  </a:moveTo>
                  <a:lnTo>
                    <a:pt x="2166520" y="32061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93749" y="716997"/>
              <a:ext cx="2220595" cy="1845310"/>
            </a:xfrm>
            <a:custGeom>
              <a:avLst/>
              <a:gdLst/>
              <a:ahLst/>
              <a:cxnLst/>
              <a:rect l="l" t="t" r="r" b="b"/>
              <a:pathLst>
                <a:path w="2220595" h="1845310">
                  <a:moveTo>
                    <a:pt x="0" y="1844734"/>
                  </a:moveTo>
                  <a:lnTo>
                    <a:pt x="0" y="0"/>
                  </a:lnTo>
                  <a:lnTo>
                    <a:pt x="2220526" y="0"/>
                  </a:lnTo>
                  <a:lnTo>
                    <a:pt x="2220526" y="1844734"/>
                  </a:lnTo>
                  <a:lnTo>
                    <a:pt x="0" y="1844734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332532" y="870732"/>
              <a:ext cx="1943100" cy="1537335"/>
            </a:xfrm>
            <a:custGeom>
              <a:avLst/>
              <a:gdLst/>
              <a:ahLst/>
              <a:cxnLst/>
              <a:rect l="l" t="t" r="r" b="b"/>
              <a:pathLst>
                <a:path w="1943100" h="1537335">
                  <a:moveTo>
                    <a:pt x="0" y="0"/>
                  </a:moveTo>
                  <a:lnTo>
                    <a:pt x="138783" y="595402"/>
                  </a:lnTo>
                  <a:lnTo>
                    <a:pt x="277565" y="657345"/>
                  </a:lnTo>
                  <a:lnTo>
                    <a:pt x="416348" y="669191"/>
                  </a:lnTo>
                  <a:lnTo>
                    <a:pt x="555131" y="673457"/>
                  </a:lnTo>
                  <a:lnTo>
                    <a:pt x="693914" y="677126"/>
                  </a:lnTo>
                  <a:lnTo>
                    <a:pt x="832697" y="680760"/>
                  </a:lnTo>
                  <a:lnTo>
                    <a:pt x="971480" y="696390"/>
                  </a:lnTo>
                  <a:lnTo>
                    <a:pt x="1110263" y="741277"/>
                  </a:lnTo>
                  <a:lnTo>
                    <a:pt x="1249046" y="958356"/>
                  </a:lnTo>
                  <a:lnTo>
                    <a:pt x="1387829" y="1486999"/>
                  </a:lnTo>
                  <a:lnTo>
                    <a:pt x="1526612" y="1536824"/>
                  </a:lnTo>
                  <a:lnTo>
                    <a:pt x="1665395" y="1537188"/>
                  </a:lnTo>
                  <a:lnTo>
                    <a:pt x="1804178" y="1537263"/>
                  </a:lnTo>
                  <a:lnTo>
                    <a:pt x="1942961" y="1537263"/>
                  </a:lnTo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307226" y="84542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307226" y="84542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446009" y="144083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446009" y="144083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584792" y="150277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84792" y="150277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723575" y="151461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723575" y="151461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862358" y="151888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862358" y="151888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001141" y="152255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001141" y="152255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139924" y="152618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139924" y="152618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278707" y="154181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278707" y="154181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2417490" y="158670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417490" y="158670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2556273" y="180378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556273" y="1803783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055" y="233242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2695055" y="2332427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2833838" y="238225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8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8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833838" y="2382251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8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8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972621" y="238261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8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8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2972621" y="238261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8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8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3111404" y="238269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3111404" y="238269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3250187" y="238269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25305" y="0"/>
                  </a:move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250187" y="2382690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610" y="25305"/>
                  </a:moveTo>
                  <a:lnTo>
                    <a:pt x="48622" y="15455"/>
                  </a:lnTo>
                  <a:lnTo>
                    <a:pt x="43199" y="7411"/>
                  </a:lnTo>
                  <a:lnTo>
                    <a:pt x="35155" y="1988"/>
                  </a:ln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1988" y="35155"/>
                  </a:lnTo>
                  <a:lnTo>
                    <a:pt x="7411" y="43199"/>
                  </a:lnTo>
                  <a:lnTo>
                    <a:pt x="15455" y="48622"/>
                  </a:lnTo>
                  <a:lnTo>
                    <a:pt x="25305" y="50610"/>
                  </a:lnTo>
                  <a:lnTo>
                    <a:pt x="35155" y="48622"/>
                  </a:lnTo>
                  <a:lnTo>
                    <a:pt x="43199" y="43199"/>
                  </a:lnTo>
                  <a:lnTo>
                    <a:pt x="48622" y="35155"/>
                  </a:lnTo>
                  <a:lnTo>
                    <a:pt x="50610" y="25305"/>
                  </a:lnTo>
                  <a:close/>
                </a:path>
              </a:pathLst>
            </a:custGeom>
            <a:ln w="506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466705" y="4142240"/>
            <a:ext cx="4703707" cy="1582454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982" spc="-30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z="1982" spc="-30" dirty="0">
                <a:solidFill>
                  <a:prstClr val="black"/>
                </a:solidFill>
                <a:latin typeface="Lucida Sans Unicode"/>
                <a:cs typeface="Lucida Sans Unicode"/>
              </a:rPr>
              <a:t>.</a:t>
            </a:r>
            <a:r>
              <a:rPr sz="1982" spc="-30" dirty="0">
                <a:solidFill>
                  <a:prstClr val="black"/>
                </a:solidFill>
                <a:latin typeface="Times New Roman"/>
                <a:cs typeface="Times New Roman"/>
              </a:rPr>
              <a:t>5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/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14089" algn="ctr" defTabSz="1812066">
              <a:spcBef>
                <a:spcPts val="2031"/>
              </a:spcBef>
              <a:tabLst>
                <a:tab pos="1164001" algn="l"/>
                <a:tab pos="1713911" algn="l"/>
                <a:tab pos="2263825" algn="l"/>
                <a:tab pos="2813737" algn="l"/>
                <a:tab pos="3300729" algn="l"/>
                <a:tab pos="3850641" algn="l"/>
                <a:tab pos="4400553" algn="l"/>
              </a:tabLst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	3	5	7	9	11	13	15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1170" algn="ctr" defTabSz="1812066">
              <a:spcBef>
                <a:spcPts val="404"/>
              </a:spcBef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Iteration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663031" y="3004442"/>
            <a:ext cx="176169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66705" y="1863246"/>
            <a:ext cx="372471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982" spc="20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982" spc="-109" dirty="0">
                <a:solidFill>
                  <a:prstClr val="black"/>
                </a:solidFill>
                <a:latin typeface="Lucida Sans Unicode"/>
                <a:cs typeface="Lucida Sans Unicode"/>
              </a:rPr>
              <a:t>.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5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46996" y="2995420"/>
            <a:ext cx="243656" cy="51969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5168" defTabSz="1812066">
              <a:lnSpc>
                <a:spcPts val="1920"/>
              </a:lnSpc>
            </a:pPr>
            <a:r>
              <a:rPr sz="2973" i="1" spc="133" baseline="-1944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38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6194887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2323" y="406078"/>
            <a:ext cx="984029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Outline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6411" y="2030112"/>
            <a:ext cx="1267157" cy="2852096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</a:pPr>
            <a:r>
              <a:rPr sz="1784" spc="-10" dirty="0">
                <a:solidFill>
                  <a:srgbClr val="D2DAEA"/>
                </a:solidFill>
                <a:latin typeface="Microsoft Sans Serif"/>
                <a:cs typeface="Microsoft Sans Serif"/>
                <a:hlinkClick r:id="rId2" action="ppaction://hlinksldjump"/>
              </a:rPr>
              <a:t>Clustering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25168" marR="10067" defTabSz="1812066">
              <a:lnSpc>
                <a:spcPct val="310100"/>
              </a:lnSpc>
            </a:pPr>
            <a:r>
              <a:rPr sz="1784" spc="-10" dirty="0">
                <a:solidFill>
                  <a:srgbClr val="D2DAEA"/>
                </a:solidFill>
                <a:latin typeface="Microsoft Sans Serif"/>
                <a:cs typeface="Microsoft Sans Serif"/>
                <a:hlinkClick r:id="rId3" action="ppaction://hlinksldjump"/>
              </a:rPr>
              <a:t>Algorithm </a:t>
            </a:r>
            <a:r>
              <a:rPr sz="1784" dirty="0">
                <a:solidFill>
                  <a:srgbClr val="D2DAEA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srgbClr val="D2DAEA"/>
                </a:solidFill>
                <a:latin typeface="Microsoft Sans Serif"/>
                <a:cs typeface="Microsoft Sans Serif"/>
                <a:hlinkClick r:id="rId4" action="ppaction://hlinksldjump"/>
              </a:rPr>
              <a:t>Examples </a:t>
            </a:r>
            <a:r>
              <a:rPr sz="1784" dirty="0">
                <a:solidFill>
                  <a:srgbClr val="D2DAEA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srgbClr val="214796"/>
                </a:solidFill>
                <a:latin typeface="Microsoft Sans Serif"/>
                <a:cs typeface="Microsoft Sans Serif"/>
                <a:hlinkClick r:id="rId5" action="ppaction://hlinksldjump"/>
              </a:rPr>
              <a:t>Applications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86884453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0788" y="296628"/>
            <a:ext cx="3586294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20" dirty="0"/>
              <a:t>Handwritten</a:t>
            </a:r>
            <a:r>
              <a:rPr spc="-20" dirty="0"/>
              <a:t> </a:t>
            </a:r>
            <a:r>
              <a:rPr spc="20" dirty="0"/>
              <a:t>digit</a:t>
            </a:r>
            <a:r>
              <a:rPr spc="-10" dirty="0"/>
              <a:t> </a:t>
            </a:r>
            <a:r>
              <a:rPr spc="30" dirty="0"/>
              <a:t>image</a:t>
            </a:r>
            <a:r>
              <a:rPr spc="-20" dirty="0"/>
              <a:t> </a:t>
            </a:r>
            <a:r>
              <a:rPr spc="10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4773" y="828578"/>
            <a:ext cx="6253993" cy="1281126"/>
          </a:xfrm>
          <a:prstGeom prst="rect">
            <a:avLst/>
          </a:prstGeom>
        </p:spPr>
        <p:txBody>
          <a:bodyPr vert="horz" wrap="square" lIns="0" tIns="143452" rIns="0" bIns="0" rtlCol="0">
            <a:spAutoFit/>
          </a:bodyPr>
          <a:lstStyle/>
          <a:p>
            <a:pPr marL="296978" indent="-247901" defTabSz="1812066">
              <a:spcBef>
                <a:spcPts val="1130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98236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MNIST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images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handwritten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digits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(via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Yann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Lecun)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296978" indent="-247901" defTabSz="1812066">
              <a:spcBef>
                <a:spcPts val="1040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298236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982" i="1" spc="168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6</a:t>
            </a:r>
            <a:r>
              <a:rPr sz="1982" spc="-20" dirty="0">
                <a:solidFill>
                  <a:prstClr val="black"/>
                </a:solidFill>
                <a:latin typeface="Times New Roman"/>
                <a:cs typeface="Times New Roman"/>
              </a:rPr>
              <a:t>0</a:t>
            </a:r>
            <a:r>
              <a:rPr sz="1982" i="1" spc="-59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1982" i="1" spc="-347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000 28</a:t>
            </a:r>
            <a:r>
              <a:rPr sz="1982" spc="-5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327" dirty="0">
                <a:solidFill>
                  <a:prstClr val="black"/>
                </a:solidFill>
                <a:latin typeface="Lucida Sans Unicode"/>
                <a:cs typeface="Lucida Sans Unicode"/>
              </a:rPr>
              <a:t>×</a:t>
            </a:r>
            <a:r>
              <a:rPr sz="1982" spc="-188" dirty="0">
                <a:solidFill>
                  <a:prstClr val="black"/>
                </a:solidFill>
                <a:latin typeface="Lucida Sans Unicode"/>
                <a:cs typeface="Lucida Sans Unicode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28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images,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ep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esen</a:t>
            </a:r>
            <a:r>
              <a:rPr sz="1784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784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-</a:t>
            </a:r>
            <a:r>
              <a:rPr sz="1784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v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ec</a:t>
            </a:r>
            <a:r>
              <a:rPr sz="1784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ors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x</a:t>
            </a:r>
            <a:r>
              <a:rPr sz="2081" i="1" spc="14" baseline="-11904" dirty="0">
                <a:solidFill>
                  <a:prstClr val="black"/>
                </a:solidFill>
                <a:latin typeface="Times New Roman"/>
                <a:cs typeface="Times New Roman"/>
              </a:rPr>
              <a:t>i</a:t>
            </a:r>
            <a:endParaRPr sz="2081" baseline="-11904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96978" indent="-247901" defTabSz="1812066">
              <a:spcBef>
                <a:spcPts val="1189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98236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25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 examples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 shown below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5139" y="2505465"/>
            <a:ext cx="4263513" cy="34964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4159965379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122" y="297998"/>
            <a:ext cx="3366083" cy="390077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2378" b="0" i="1" spc="30" dirty="0">
                <a:latin typeface="Times New Roman"/>
                <a:cs typeface="Times New Roman"/>
              </a:rPr>
              <a:t>k</a:t>
            </a:r>
            <a:r>
              <a:rPr spc="30" dirty="0"/>
              <a:t>-means</a:t>
            </a:r>
            <a:r>
              <a:rPr spc="-59" dirty="0"/>
              <a:t> </a:t>
            </a:r>
            <a:r>
              <a:rPr spc="30" dirty="0"/>
              <a:t>image</a:t>
            </a:r>
            <a:r>
              <a:rPr spc="-50" dirty="0"/>
              <a:t> </a:t>
            </a:r>
            <a:r>
              <a:rPr spc="20" dirty="0"/>
              <a:t>clustering</a:t>
            </a:r>
            <a:endParaRPr sz="2378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33259" y="2132916"/>
            <a:ext cx="3960023" cy="3260381"/>
            <a:chOff x="1314592" y="1076332"/>
            <a:chExt cx="1998345" cy="1645285"/>
          </a:xfrm>
        </p:grpSpPr>
        <p:sp>
          <p:nvSpPr>
            <p:cNvPr id="4" name="object 4"/>
            <p:cNvSpPr/>
            <p:nvPr/>
          </p:nvSpPr>
          <p:spPr>
            <a:xfrm>
              <a:off x="1317123" y="1078863"/>
              <a:ext cx="1974214" cy="1640205"/>
            </a:xfrm>
            <a:custGeom>
              <a:avLst/>
              <a:gdLst/>
              <a:ahLst/>
              <a:cxnLst/>
              <a:rect l="l" t="t" r="r" b="b"/>
              <a:pathLst>
                <a:path w="1974214" h="1640205">
                  <a:moveTo>
                    <a:pt x="101428" y="1639786"/>
                  </a:moveTo>
                  <a:lnTo>
                    <a:pt x="101428" y="1603776"/>
                  </a:lnTo>
                </a:path>
                <a:path w="1974214" h="1640205">
                  <a:moveTo>
                    <a:pt x="101428" y="1639786"/>
                  </a:moveTo>
                  <a:lnTo>
                    <a:pt x="101428" y="1585776"/>
                  </a:lnTo>
                </a:path>
                <a:path w="1974214" h="1640205">
                  <a:moveTo>
                    <a:pt x="101428" y="0"/>
                  </a:moveTo>
                  <a:lnTo>
                    <a:pt x="101428" y="36010"/>
                  </a:lnTo>
                </a:path>
                <a:path w="1974214" h="1640205">
                  <a:moveTo>
                    <a:pt x="101428" y="0"/>
                  </a:moveTo>
                  <a:lnTo>
                    <a:pt x="101428" y="54010"/>
                  </a:lnTo>
                </a:path>
                <a:path w="1974214" h="1640205">
                  <a:moveTo>
                    <a:pt x="179442" y="1639786"/>
                  </a:moveTo>
                  <a:lnTo>
                    <a:pt x="179442" y="1603776"/>
                  </a:lnTo>
                </a:path>
                <a:path w="1974214" h="1640205">
                  <a:moveTo>
                    <a:pt x="179442" y="0"/>
                  </a:moveTo>
                  <a:lnTo>
                    <a:pt x="179442" y="36010"/>
                  </a:lnTo>
                </a:path>
                <a:path w="1974214" h="1640205">
                  <a:moveTo>
                    <a:pt x="257456" y="1639786"/>
                  </a:moveTo>
                  <a:lnTo>
                    <a:pt x="257456" y="1603776"/>
                  </a:lnTo>
                </a:path>
                <a:path w="1974214" h="1640205">
                  <a:moveTo>
                    <a:pt x="257456" y="0"/>
                  </a:moveTo>
                  <a:lnTo>
                    <a:pt x="257456" y="36010"/>
                  </a:lnTo>
                </a:path>
                <a:path w="1974214" h="1640205">
                  <a:moveTo>
                    <a:pt x="335469" y="1639786"/>
                  </a:moveTo>
                  <a:lnTo>
                    <a:pt x="335469" y="1603776"/>
                  </a:lnTo>
                </a:path>
                <a:path w="1974214" h="1640205">
                  <a:moveTo>
                    <a:pt x="335469" y="0"/>
                  </a:moveTo>
                  <a:lnTo>
                    <a:pt x="335469" y="36010"/>
                  </a:lnTo>
                </a:path>
                <a:path w="1974214" h="1640205">
                  <a:moveTo>
                    <a:pt x="413483" y="1639786"/>
                  </a:moveTo>
                  <a:lnTo>
                    <a:pt x="413483" y="1603776"/>
                  </a:lnTo>
                </a:path>
                <a:path w="1974214" h="1640205">
                  <a:moveTo>
                    <a:pt x="413483" y="1639786"/>
                  </a:moveTo>
                  <a:lnTo>
                    <a:pt x="413483" y="1585776"/>
                  </a:lnTo>
                </a:path>
                <a:path w="1974214" h="1640205">
                  <a:moveTo>
                    <a:pt x="413483" y="0"/>
                  </a:moveTo>
                  <a:lnTo>
                    <a:pt x="413483" y="36010"/>
                  </a:lnTo>
                </a:path>
                <a:path w="1974214" h="1640205">
                  <a:moveTo>
                    <a:pt x="413483" y="0"/>
                  </a:moveTo>
                  <a:lnTo>
                    <a:pt x="413483" y="54010"/>
                  </a:lnTo>
                </a:path>
                <a:path w="1974214" h="1640205">
                  <a:moveTo>
                    <a:pt x="491497" y="1639786"/>
                  </a:moveTo>
                  <a:lnTo>
                    <a:pt x="491497" y="1603776"/>
                  </a:lnTo>
                </a:path>
                <a:path w="1974214" h="1640205">
                  <a:moveTo>
                    <a:pt x="491497" y="0"/>
                  </a:moveTo>
                  <a:lnTo>
                    <a:pt x="491497" y="36010"/>
                  </a:lnTo>
                </a:path>
                <a:path w="1974214" h="1640205">
                  <a:moveTo>
                    <a:pt x="569511" y="1639786"/>
                  </a:moveTo>
                  <a:lnTo>
                    <a:pt x="569511" y="1603776"/>
                  </a:lnTo>
                </a:path>
                <a:path w="1974214" h="1640205">
                  <a:moveTo>
                    <a:pt x="569511" y="0"/>
                  </a:moveTo>
                  <a:lnTo>
                    <a:pt x="569511" y="36010"/>
                  </a:lnTo>
                </a:path>
                <a:path w="1974214" h="1640205">
                  <a:moveTo>
                    <a:pt x="647524" y="1639786"/>
                  </a:moveTo>
                  <a:lnTo>
                    <a:pt x="647524" y="1603776"/>
                  </a:lnTo>
                </a:path>
                <a:path w="1974214" h="1640205">
                  <a:moveTo>
                    <a:pt x="647524" y="0"/>
                  </a:moveTo>
                  <a:lnTo>
                    <a:pt x="647524" y="36010"/>
                  </a:lnTo>
                </a:path>
                <a:path w="1974214" h="1640205">
                  <a:moveTo>
                    <a:pt x="725538" y="1639786"/>
                  </a:moveTo>
                  <a:lnTo>
                    <a:pt x="725538" y="1603776"/>
                  </a:lnTo>
                </a:path>
                <a:path w="1974214" h="1640205">
                  <a:moveTo>
                    <a:pt x="725538" y="1639786"/>
                  </a:moveTo>
                  <a:lnTo>
                    <a:pt x="725538" y="1585776"/>
                  </a:lnTo>
                </a:path>
                <a:path w="1974214" h="1640205">
                  <a:moveTo>
                    <a:pt x="725538" y="0"/>
                  </a:moveTo>
                  <a:lnTo>
                    <a:pt x="725538" y="36010"/>
                  </a:lnTo>
                </a:path>
                <a:path w="1974214" h="1640205">
                  <a:moveTo>
                    <a:pt x="725538" y="0"/>
                  </a:moveTo>
                  <a:lnTo>
                    <a:pt x="725538" y="54010"/>
                  </a:lnTo>
                </a:path>
                <a:path w="1974214" h="1640205">
                  <a:moveTo>
                    <a:pt x="803552" y="1639786"/>
                  </a:moveTo>
                  <a:lnTo>
                    <a:pt x="803552" y="1603776"/>
                  </a:lnTo>
                </a:path>
                <a:path w="1974214" h="1640205">
                  <a:moveTo>
                    <a:pt x="803552" y="0"/>
                  </a:moveTo>
                  <a:lnTo>
                    <a:pt x="803552" y="36010"/>
                  </a:lnTo>
                </a:path>
                <a:path w="1974214" h="1640205">
                  <a:moveTo>
                    <a:pt x="881566" y="1639786"/>
                  </a:moveTo>
                  <a:lnTo>
                    <a:pt x="881566" y="1603776"/>
                  </a:lnTo>
                </a:path>
                <a:path w="1974214" h="1640205">
                  <a:moveTo>
                    <a:pt x="881566" y="0"/>
                  </a:moveTo>
                  <a:lnTo>
                    <a:pt x="881566" y="36010"/>
                  </a:lnTo>
                </a:path>
                <a:path w="1974214" h="1640205">
                  <a:moveTo>
                    <a:pt x="959579" y="1639786"/>
                  </a:moveTo>
                  <a:lnTo>
                    <a:pt x="959579" y="1603776"/>
                  </a:lnTo>
                </a:path>
                <a:path w="1974214" h="1640205">
                  <a:moveTo>
                    <a:pt x="959579" y="0"/>
                  </a:moveTo>
                  <a:lnTo>
                    <a:pt x="959579" y="36010"/>
                  </a:lnTo>
                </a:path>
                <a:path w="1974214" h="1640205">
                  <a:moveTo>
                    <a:pt x="1037593" y="1639786"/>
                  </a:moveTo>
                  <a:lnTo>
                    <a:pt x="1037593" y="1603776"/>
                  </a:lnTo>
                </a:path>
                <a:path w="1974214" h="1640205">
                  <a:moveTo>
                    <a:pt x="1037593" y="1639786"/>
                  </a:moveTo>
                  <a:lnTo>
                    <a:pt x="1037593" y="1585776"/>
                  </a:lnTo>
                </a:path>
                <a:path w="1974214" h="1640205">
                  <a:moveTo>
                    <a:pt x="1037593" y="0"/>
                  </a:moveTo>
                  <a:lnTo>
                    <a:pt x="1037593" y="36010"/>
                  </a:lnTo>
                </a:path>
                <a:path w="1974214" h="1640205">
                  <a:moveTo>
                    <a:pt x="1037593" y="0"/>
                  </a:moveTo>
                  <a:lnTo>
                    <a:pt x="1037593" y="54010"/>
                  </a:lnTo>
                </a:path>
                <a:path w="1974214" h="1640205">
                  <a:moveTo>
                    <a:pt x="1115607" y="1639786"/>
                  </a:moveTo>
                  <a:lnTo>
                    <a:pt x="1115607" y="1603776"/>
                  </a:lnTo>
                </a:path>
                <a:path w="1974214" h="1640205">
                  <a:moveTo>
                    <a:pt x="1115607" y="0"/>
                  </a:moveTo>
                  <a:lnTo>
                    <a:pt x="1115607" y="36010"/>
                  </a:lnTo>
                </a:path>
                <a:path w="1974214" h="1640205">
                  <a:moveTo>
                    <a:pt x="1193621" y="1639786"/>
                  </a:moveTo>
                  <a:lnTo>
                    <a:pt x="1193621" y="1603776"/>
                  </a:lnTo>
                </a:path>
                <a:path w="1974214" h="1640205">
                  <a:moveTo>
                    <a:pt x="1193621" y="0"/>
                  </a:moveTo>
                  <a:lnTo>
                    <a:pt x="1193621" y="36010"/>
                  </a:lnTo>
                </a:path>
                <a:path w="1974214" h="1640205">
                  <a:moveTo>
                    <a:pt x="1271634" y="1639786"/>
                  </a:moveTo>
                  <a:lnTo>
                    <a:pt x="1271634" y="1603776"/>
                  </a:lnTo>
                </a:path>
                <a:path w="1974214" h="1640205">
                  <a:moveTo>
                    <a:pt x="1271634" y="0"/>
                  </a:moveTo>
                  <a:lnTo>
                    <a:pt x="1271634" y="36010"/>
                  </a:lnTo>
                </a:path>
                <a:path w="1974214" h="1640205">
                  <a:moveTo>
                    <a:pt x="1349648" y="1639786"/>
                  </a:moveTo>
                  <a:lnTo>
                    <a:pt x="1349648" y="1603776"/>
                  </a:lnTo>
                </a:path>
                <a:path w="1974214" h="1640205">
                  <a:moveTo>
                    <a:pt x="1349648" y="1639786"/>
                  </a:moveTo>
                  <a:lnTo>
                    <a:pt x="1349648" y="1585776"/>
                  </a:lnTo>
                </a:path>
                <a:path w="1974214" h="1640205">
                  <a:moveTo>
                    <a:pt x="1349648" y="0"/>
                  </a:moveTo>
                  <a:lnTo>
                    <a:pt x="1349648" y="36010"/>
                  </a:lnTo>
                </a:path>
                <a:path w="1974214" h="1640205">
                  <a:moveTo>
                    <a:pt x="1349648" y="0"/>
                  </a:moveTo>
                  <a:lnTo>
                    <a:pt x="1349648" y="54010"/>
                  </a:lnTo>
                </a:path>
                <a:path w="1974214" h="1640205">
                  <a:moveTo>
                    <a:pt x="1427662" y="1639786"/>
                  </a:moveTo>
                  <a:lnTo>
                    <a:pt x="1427662" y="1603776"/>
                  </a:lnTo>
                </a:path>
                <a:path w="1974214" h="1640205">
                  <a:moveTo>
                    <a:pt x="1427662" y="0"/>
                  </a:moveTo>
                  <a:lnTo>
                    <a:pt x="1427662" y="36010"/>
                  </a:lnTo>
                </a:path>
                <a:path w="1974214" h="1640205">
                  <a:moveTo>
                    <a:pt x="1505676" y="1639786"/>
                  </a:moveTo>
                  <a:lnTo>
                    <a:pt x="1505676" y="1603776"/>
                  </a:lnTo>
                </a:path>
                <a:path w="1974214" h="1640205">
                  <a:moveTo>
                    <a:pt x="1505676" y="0"/>
                  </a:moveTo>
                  <a:lnTo>
                    <a:pt x="1505676" y="36010"/>
                  </a:lnTo>
                </a:path>
                <a:path w="1974214" h="1640205">
                  <a:moveTo>
                    <a:pt x="1583689" y="1639786"/>
                  </a:moveTo>
                  <a:lnTo>
                    <a:pt x="1583689" y="1603776"/>
                  </a:lnTo>
                </a:path>
                <a:path w="1974214" h="1640205">
                  <a:moveTo>
                    <a:pt x="1583689" y="0"/>
                  </a:moveTo>
                  <a:lnTo>
                    <a:pt x="1583689" y="36010"/>
                  </a:lnTo>
                </a:path>
                <a:path w="1974214" h="1640205">
                  <a:moveTo>
                    <a:pt x="1661703" y="1639786"/>
                  </a:moveTo>
                  <a:lnTo>
                    <a:pt x="1661703" y="1603776"/>
                  </a:lnTo>
                </a:path>
                <a:path w="1974214" h="1640205">
                  <a:moveTo>
                    <a:pt x="1661703" y="1639786"/>
                  </a:moveTo>
                  <a:lnTo>
                    <a:pt x="1661703" y="1585776"/>
                  </a:lnTo>
                </a:path>
                <a:path w="1974214" h="1640205">
                  <a:moveTo>
                    <a:pt x="1661703" y="0"/>
                  </a:moveTo>
                  <a:lnTo>
                    <a:pt x="1661703" y="36010"/>
                  </a:lnTo>
                </a:path>
                <a:path w="1974214" h="1640205">
                  <a:moveTo>
                    <a:pt x="1661703" y="0"/>
                  </a:moveTo>
                  <a:lnTo>
                    <a:pt x="1661703" y="54010"/>
                  </a:lnTo>
                </a:path>
                <a:path w="1974214" h="1640205">
                  <a:moveTo>
                    <a:pt x="1739717" y="1639786"/>
                  </a:moveTo>
                  <a:lnTo>
                    <a:pt x="1739717" y="1603776"/>
                  </a:lnTo>
                </a:path>
                <a:path w="1974214" h="1640205">
                  <a:moveTo>
                    <a:pt x="1739717" y="0"/>
                  </a:moveTo>
                  <a:lnTo>
                    <a:pt x="1739717" y="36010"/>
                  </a:lnTo>
                </a:path>
                <a:path w="1974214" h="1640205">
                  <a:moveTo>
                    <a:pt x="1817731" y="1639786"/>
                  </a:moveTo>
                  <a:lnTo>
                    <a:pt x="1817731" y="1603776"/>
                  </a:lnTo>
                </a:path>
                <a:path w="1974214" h="1640205">
                  <a:moveTo>
                    <a:pt x="1817731" y="0"/>
                  </a:moveTo>
                  <a:lnTo>
                    <a:pt x="1817731" y="36010"/>
                  </a:lnTo>
                </a:path>
                <a:path w="1974214" h="1640205">
                  <a:moveTo>
                    <a:pt x="1895744" y="1639786"/>
                  </a:moveTo>
                  <a:lnTo>
                    <a:pt x="1895744" y="1603776"/>
                  </a:lnTo>
                </a:path>
                <a:path w="1974214" h="1640205">
                  <a:moveTo>
                    <a:pt x="1895744" y="0"/>
                  </a:moveTo>
                  <a:lnTo>
                    <a:pt x="1895744" y="36010"/>
                  </a:lnTo>
                </a:path>
                <a:path w="1974214" h="1640205">
                  <a:moveTo>
                    <a:pt x="1973758" y="0"/>
                  </a:moveTo>
                  <a:lnTo>
                    <a:pt x="1973758" y="36010"/>
                  </a:lnTo>
                </a:path>
                <a:path w="1974214" h="1640205">
                  <a:moveTo>
                    <a:pt x="1973758" y="0"/>
                  </a:moveTo>
                  <a:lnTo>
                    <a:pt x="1973758" y="54010"/>
                  </a:lnTo>
                </a:path>
                <a:path w="1974214" h="1640205">
                  <a:moveTo>
                    <a:pt x="1973758" y="0"/>
                  </a:moveTo>
                  <a:lnTo>
                    <a:pt x="1919757" y="0"/>
                  </a:lnTo>
                </a:path>
                <a:path w="1974214" h="1640205">
                  <a:moveTo>
                    <a:pt x="1973758" y="1639786"/>
                  </a:moveTo>
                  <a:lnTo>
                    <a:pt x="1973758" y="1603776"/>
                  </a:lnTo>
                </a:path>
                <a:path w="1974214" h="1640205">
                  <a:moveTo>
                    <a:pt x="1973758" y="1639786"/>
                  </a:moveTo>
                  <a:lnTo>
                    <a:pt x="1973758" y="1585776"/>
                  </a:lnTo>
                </a:path>
                <a:path w="1974214" h="1640205">
                  <a:moveTo>
                    <a:pt x="0" y="1310012"/>
                  </a:moveTo>
                  <a:lnTo>
                    <a:pt x="54001" y="1310012"/>
                  </a:lnTo>
                </a:path>
                <a:path w="1974214" h="1640205">
                  <a:moveTo>
                    <a:pt x="1973758" y="1310012"/>
                  </a:moveTo>
                  <a:lnTo>
                    <a:pt x="1919757" y="1310012"/>
                  </a:lnTo>
                </a:path>
                <a:path w="1974214" h="1640205">
                  <a:moveTo>
                    <a:pt x="0" y="873341"/>
                  </a:moveTo>
                  <a:lnTo>
                    <a:pt x="54001" y="873341"/>
                  </a:lnTo>
                </a:path>
                <a:path w="1974214" h="1640205">
                  <a:moveTo>
                    <a:pt x="1973758" y="873341"/>
                  </a:moveTo>
                  <a:lnTo>
                    <a:pt x="1919757" y="873341"/>
                  </a:lnTo>
                </a:path>
                <a:path w="1974214" h="1640205">
                  <a:moveTo>
                    <a:pt x="0" y="436670"/>
                  </a:moveTo>
                  <a:lnTo>
                    <a:pt x="54001" y="436670"/>
                  </a:lnTo>
                </a:path>
                <a:path w="1974214" h="1640205">
                  <a:moveTo>
                    <a:pt x="1973758" y="436670"/>
                  </a:moveTo>
                  <a:lnTo>
                    <a:pt x="1919757" y="436670"/>
                  </a:lnTo>
                </a:path>
                <a:path w="1974214" h="1640205">
                  <a:moveTo>
                    <a:pt x="0" y="0"/>
                  </a:moveTo>
                  <a:lnTo>
                    <a:pt x="54001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317123" y="1078863"/>
              <a:ext cx="1974214" cy="1640205"/>
            </a:xfrm>
            <a:custGeom>
              <a:avLst/>
              <a:gdLst/>
              <a:ahLst/>
              <a:cxnLst/>
              <a:rect l="l" t="t" r="r" b="b"/>
              <a:pathLst>
                <a:path w="1974214" h="1640205">
                  <a:moveTo>
                    <a:pt x="0" y="1639786"/>
                  </a:moveTo>
                  <a:lnTo>
                    <a:pt x="0" y="0"/>
                  </a:lnTo>
                  <a:lnTo>
                    <a:pt x="1973758" y="0"/>
                  </a:lnTo>
                  <a:lnTo>
                    <a:pt x="1973758" y="1639786"/>
                  </a:lnTo>
                  <a:lnTo>
                    <a:pt x="0" y="1639786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1812066"/>
              <a:endParaRPr sz="3567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5055" y="1076332"/>
              <a:ext cx="1837335" cy="15147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88940" y="1007948"/>
            <a:ext cx="6136966" cy="5112074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422816" indent="-247901" defTabSz="1812066">
              <a:spcBef>
                <a:spcPts val="188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424074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982" i="1" spc="7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20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run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20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times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with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different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initial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assignments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422816" indent="-247901" defTabSz="1812066">
              <a:spcBef>
                <a:spcPts val="134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424074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convergence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shown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below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(including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best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worst)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1717688" defTabSz="1812066">
              <a:spcBef>
                <a:spcPts val="1526"/>
              </a:spcBef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42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/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17688" defTabSz="1812066">
              <a:spcBef>
                <a:spcPts val="1694"/>
              </a:spcBef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40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/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17688" defTabSz="1812066">
              <a:spcBef>
                <a:spcPts val="1694"/>
              </a:spcBef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38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/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17688" defTabSz="1812066">
              <a:spcBef>
                <a:spcPts val="1704"/>
              </a:spcBef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36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>
              <a:spcBef>
                <a:spcPts val="89"/>
              </a:spcBef>
            </a:pPr>
            <a:endParaRPr sz="346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187064" defTabSz="1812066">
              <a:tabLst>
                <a:tab pos="2804928" algn="l"/>
                <a:tab pos="3424051" algn="l"/>
                <a:tab pos="3978996" algn="l"/>
                <a:tab pos="4598119" algn="l"/>
                <a:tab pos="5215983" algn="l"/>
                <a:tab pos="5835106" algn="l"/>
              </a:tabLst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	5	9	13	17	21	25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598965" defTabSz="1812066">
              <a:spcBef>
                <a:spcPts val="404"/>
              </a:spcBef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Iteration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62440" y="3509656"/>
            <a:ext cx="243656" cy="51969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5168" defTabSz="1812066">
              <a:lnSpc>
                <a:spcPts val="1920"/>
              </a:lnSpc>
            </a:pPr>
            <a:r>
              <a:rPr sz="2973" i="1" spc="133" baseline="-1944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38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6617535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86448" y="406078"/>
            <a:ext cx="5015778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 defTabSz="1812066">
              <a:spcBef>
                <a:spcPts val="248"/>
              </a:spcBef>
            </a:pPr>
            <a:r>
              <a:rPr sz="2081" b="1" spc="30" dirty="0">
                <a:solidFill>
                  <a:srgbClr val="214796"/>
                </a:solidFill>
                <a:latin typeface="Arial"/>
                <a:cs typeface="Arial"/>
              </a:rPr>
              <a:t>Group</a:t>
            </a:r>
            <a:r>
              <a:rPr sz="2081" b="1" spc="-20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representatives,</a:t>
            </a:r>
            <a:r>
              <a:rPr sz="2081" b="1" spc="-10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best</a:t>
            </a:r>
            <a:r>
              <a:rPr sz="2081" b="1" spc="-10" dirty="0">
                <a:solidFill>
                  <a:srgbClr val="214796"/>
                </a:solidFill>
                <a:latin typeface="Arial"/>
                <a:cs typeface="Arial"/>
              </a:rPr>
              <a:t> </a:t>
            </a:r>
            <a:r>
              <a:rPr sz="2081" b="1" spc="20" dirty="0">
                <a:solidFill>
                  <a:srgbClr val="214796"/>
                </a:solidFill>
                <a:latin typeface="Arial"/>
                <a:cs typeface="Arial"/>
              </a:rPr>
              <a:t>clustering</a:t>
            </a:r>
            <a:endParaRPr sz="2081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4080" y="1792832"/>
            <a:ext cx="4772641" cy="373480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932239268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50060" y="284623"/>
            <a:ext cx="2088859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-10" dirty="0"/>
              <a:t>Topic</a:t>
            </a:r>
            <a:r>
              <a:rPr spc="-109" dirty="0"/>
              <a:t> </a:t>
            </a:r>
            <a:r>
              <a:rPr spc="20" dirty="0"/>
              <a:t>discovery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9297" y="5536415"/>
            <a:ext cx="794018" cy="329162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 defTabSz="1812066">
              <a:spcBef>
                <a:spcPts val="188"/>
              </a:spcBef>
              <a:tabLst>
                <a:tab pos="641774" algn="l"/>
              </a:tabLst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	5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8768" y="2633283"/>
            <a:ext cx="3530318" cy="29345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39273" y="770323"/>
            <a:ext cx="7021585" cy="4700255"/>
          </a:xfrm>
          <a:prstGeom prst="rect">
            <a:avLst/>
          </a:prstGeom>
        </p:spPr>
        <p:txBody>
          <a:bodyPr vert="horz" wrap="square" lIns="0" tIns="144710" rIns="0" bIns="0" rtlCol="0">
            <a:spAutoFit/>
          </a:bodyPr>
          <a:lstStyle/>
          <a:p>
            <a:pPr marL="372480" indent="-247901" defTabSz="1812066">
              <a:spcBef>
                <a:spcPts val="1139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73739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982" i="1" spc="15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500</a:t>
            </a:r>
            <a:r>
              <a:rPr sz="1982" spc="-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Wikipedia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articles,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word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count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histograms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with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sz="1982" i="1" spc="4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4423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72480" indent="-247901" defTabSz="1812066">
              <a:spcBef>
                <a:spcPts val="941"/>
              </a:spcBef>
              <a:buClr>
                <a:srgbClr val="214796"/>
              </a:buClr>
              <a:buSzPct val="70000"/>
              <a:buFont typeface="Lucida Sans Unicode"/>
              <a:buChar char="►"/>
              <a:tabLst>
                <a:tab pos="373739" algn="l"/>
              </a:tabLst>
            </a:pPr>
            <a:r>
              <a:rPr sz="1982" i="1" spc="-10" dirty="0">
                <a:solidFill>
                  <a:prstClr val="black"/>
                </a:solidFill>
                <a:latin typeface="Times New Roman"/>
                <a:cs typeface="Times New Roman"/>
              </a:rPr>
              <a:t>k</a:t>
            </a:r>
            <a:r>
              <a:rPr sz="1982" i="1" spc="7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1982" spc="-20" dirty="0">
                <a:solidFill>
                  <a:prstClr val="black"/>
                </a:solidFill>
                <a:latin typeface="Georgia"/>
                <a:cs typeface="Georgia"/>
              </a:rPr>
              <a:t>=</a:t>
            </a:r>
            <a:r>
              <a:rPr sz="1982" spc="69" dirty="0">
                <a:solidFill>
                  <a:prstClr val="black"/>
                </a:solidFill>
                <a:latin typeface="Georgia"/>
                <a:cs typeface="Georgia"/>
              </a:rPr>
              <a:t> </a:t>
            </a: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,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run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20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times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with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different</a:t>
            </a:r>
            <a:r>
              <a:rPr sz="1784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initial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assignments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372480" indent="-247901" defTabSz="1812066">
              <a:spcBef>
                <a:spcPts val="1139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373739" algn="l"/>
              </a:tabLst>
            </a:pP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convergence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shown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below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(including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best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and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worst)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2268858" defTabSz="1812066">
              <a:spcBef>
                <a:spcPts val="1853"/>
              </a:spcBef>
            </a:pPr>
            <a:r>
              <a:rPr sz="1982" spc="-188" dirty="0">
                <a:solidFill>
                  <a:prstClr val="black"/>
                </a:solidFill>
                <a:latin typeface="Lucida Sans Unicode"/>
                <a:cs typeface="Lucida Sans Unicode"/>
              </a:rPr>
              <a:t>·</a:t>
            </a:r>
            <a:r>
              <a:rPr sz="1982" spc="-188" dirty="0">
                <a:solidFill>
                  <a:prstClr val="black"/>
                </a:solidFill>
                <a:latin typeface="Times New Roman"/>
                <a:cs typeface="Times New Roman"/>
              </a:rPr>
              <a:t>10</a:t>
            </a:r>
            <a:r>
              <a:rPr sz="2081" spc="-281" baseline="27777" dirty="0">
                <a:solidFill>
                  <a:prstClr val="black"/>
                </a:solidFill>
                <a:latin typeface="Lucida Sans Unicode"/>
                <a:cs typeface="Lucida Sans Unicode"/>
              </a:rPr>
              <a:t>−</a:t>
            </a:r>
            <a:r>
              <a:rPr sz="2081" spc="-281" baseline="27777" dirty="0">
                <a:solidFill>
                  <a:prstClr val="black"/>
                </a:solidFill>
                <a:latin typeface="Times New Roman"/>
                <a:cs typeface="Times New Roman"/>
              </a:rPr>
              <a:t>3</a:t>
            </a:r>
            <a:endParaRPr sz="2081" baseline="27777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>
              <a:spcBef>
                <a:spcPts val="59"/>
              </a:spcBef>
            </a:pPr>
            <a:endParaRPr sz="406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R="4891321" algn="r" defTabSz="1812066">
              <a:spcBef>
                <a:spcPts val="10"/>
              </a:spcBef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/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>
              <a:spcBef>
                <a:spcPts val="30"/>
              </a:spcBef>
            </a:pPr>
            <a:endParaRPr sz="188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R="4891321" algn="r" defTabSz="1812066"/>
            <a:r>
              <a:rPr sz="1982" spc="-3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r>
              <a:rPr sz="1982" spc="-30" dirty="0">
                <a:solidFill>
                  <a:prstClr val="black"/>
                </a:solidFill>
                <a:latin typeface="Lucida Sans Unicode"/>
                <a:cs typeface="Lucida Sans Unicode"/>
              </a:rPr>
              <a:t>.</a:t>
            </a:r>
            <a:r>
              <a:rPr sz="1982" spc="-30" dirty="0">
                <a:solidFill>
                  <a:prstClr val="black"/>
                </a:solidFill>
                <a:latin typeface="Times New Roman"/>
                <a:cs typeface="Times New Roman"/>
              </a:rPr>
              <a:t>5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/>
            <a:endParaRPr sz="2378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defTabSz="1812066">
              <a:spcBef>
                <a:spcPts val="40"/>
              </a:spcBef>
            </a:pPr>
            <a:endParaRPr sz="1883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R="4891321" algn="r" defTabSz="1812066"/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63354" y="5481268"/>
            <a:ext cx="2048592" cy="710929"/>
          </a:xfrm>
          <a:prstGeom prst="rect">
            <a:avLst/>
          </a:prstGeom>
        </p:spPr>
        <p:txBody>
          <a:bodyPr vert="horz" wrap="square" lIns="0" tIns="79276" rIns="0" bIns="0" rtlCol="0">
            <a:spAutoFit/>
          </a:bodyPr>
          <a:lstStyle/>
          <a:p>
            <a:pPr marL="227767" defTabSz="1812066">
              <a:spcBef>
                <a:spcPts val="624"/>
              </a:spcBef>
              <a:tabLst>
                <a:tab pos="999153" algn="l"/>
                <a:tab pos="1771798" algn="l"/>
              </a:tabLst>
            </a:pPr>
            <a:r>
              <a:rPr sz="1982" spc="-10" dirty="0">
                <a:solidFill>
                  <a:prstClr val="black"/>
                </a:solidFill>
                <a:latin typeface="Times New Roman"/>
                <a:cs typeface="Times New Roman"/>
              </a:rPr>
              <a:t>10	15	20</a:t>
            </a:r>
            <a:endParaRPr sz="1982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68" defTabSz="1812066">
              <a:spcBef>
                <a:spcPts val="377"/>
              </a:spcBef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Iteration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7016" y="3847345"/>
            <a:ext cx="243656" cy="519698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5168" defTabSz="1812066">
              <a:lnSpc>
                <a:spcPts val="1920"/>
              </a:lnSpc>
            </a:pPr>
            <a:r>
              <a:rPr sz="2973" i="1" spc="133" baseline="-19444" dirty="0">
                <a:solidFill>
                  <a:prstClr val="black"/>
                </a:solidFill>
                <a:latin typeface="Times New Roman"/>
                <a:cs typeface="Times New Roman"/>
              </a:rPr>
              <a:t>J</a:t>
            </a:r>
            <a:r>
              <a:rPr sz="1387" dirty="0">
                <a:solidFill>
                  <a:prstClr val="black"/>
                </a:solidFill>
                <a:latin typeface="Times New Roman"/>
                <a:cs typeface="Times New Roman"/>
              </a:rPr>
              <a:t>clust</a:t>
            </a:r>
            <a:endParaRPr sz="1387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6592766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4238" y="406078"/>
            <a:ext cx="4220501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-10" dirty="0"/>
              <a:t>Topics</a:t>
            </a:r>
            <a:r>
              <a:rPr dirty="0"/>
              <a:t> </a:t>
            </a:r>
            <a:r>
              <a:rPr spc="10" dirty="0"/>
              <a:t>discovered </a:t>
            </a:r>
            <a:r>
              <a:rPr spc="20" dirty="0"/>
              <a:t>(clusters</a:t>
            </a:r>
            <a:r>
              <a:rPr spc="10" dirty="0"/>
              <a:t> </a:t>
            </a:r>
            <a:r>
              <a:rPr spc="20" dirty="0"/>
              <a:t>1–3)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9940" y="1178082"/>
            <a:ext cx="4769141" cy="298705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71810" indent="-247901" defTabSz="1812066"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73068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words with largest representative coefficients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21794" y="1713770"/>
          <a:ext cx="5833701" cy="2058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3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997"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Cluster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298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338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Cluster</a:t>
                      </a:r>
                      <a:r>
                        <a:rPr sz="14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298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Cluster</a:t>
                      </a:r>
                      <a:r>
                        <a:rPr sz="14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298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222"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461645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	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2720" algn="r">
                        <a:lnSpc>
                          <a:spcPct val="100000"/>
                        </a:lnSpc>
                        <a:spcBef>
                          <a:spcPts val="265"/>
                        </a:spcBef>
                        <a:tabLst>
                          <a:tab pos="486409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	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43"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275"/>
                        </a:spcBef>
                        <a:tabLst>
                          <a:tab pos="434975" algn="l"/>
                        </a:tabLst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fight	0.038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275"/>
                        </a:spcBef>
                        <a:tabLst>
                          <a:tab pos="516890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holiday	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united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0.004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80"/>
                        </a:spcBef>
                        <a:tabLst>
                          <a:tab pos="417195" algn="l"/>
                        </a:tabLst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win	0.022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80"/>
                        </a:spcBef>
                        <a:tabLst>
                          <a:tab pos="560705" algn="l"/>
                        </a:tabLst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celebrate	0.009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family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0.003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80"/>
                        </a:spcBef>
                        <a:tabLst>
                          <a:tab pos="459105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event	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80"/>
                        </a:spcBef>
                        <a:tabLst>
                          <a:tab pos="513715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festival	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10" dirty="0">
                          <a:latin typeface="Microsoft Sans Serif"/>
                          <a:cs typeface="Microsoft Sans Serif"/>
                        </a:rPr>
                        <a:t>party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9525" marR="317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0.003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80"/>
                        </a:spcBef>
                        <a:tabLst>
                          <a:tab pos="546735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champion	0.015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765"/>
                        </a:lnSpc>
                        <a:spcBef>
                          <a:spcPts val="80"/>
                        </a:spcBef>
                        <a:tabLst>
                          <a:tab pos="596265" algn="l"/>
                        </a:tabLst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celebration	0.007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president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0.003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138"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80"/>
                        </a:spcBef>
                        <a:tabLst>
                          <a:tab pos="474980" algn="l"/>
                        </a:tabLst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fighter	</a:t>
                      </a: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ct val="100000"/>
                        </a:lnSpc>
                        <a:spcBef>
                          <a:spcPts val="80"/>
                        </a:spcBef>
                        <a:tabLst>
                          <a:tab pos="548640" algn="l"/>
                        </a:tabLst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calendar	0.006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government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0.003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39941" y="3835049"/>
            <a:ext cx="7534990" cy="2183288"/>
          </a:xfrm>
          <a:prstGeom prst="rect">
            <a:avLst/>
          </a:prstGeom>
        </p:spPr>
        <p:txBody>
          <a:bodyPr vert="horz" wrap="square" lIns="0" tIns="164844" rIns="0" bIns="0" rtlCol="0">
            <a:spAutoFit/>
          </a:bodyPr>
          <a:lstStyle/>
          <a:p>
            <a:pPr marL="271810" indent="-247901" defTabSz="1812066">
              <a:spcBef>
                <a:spcPts val="129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73068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titles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articles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closest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169881" lvl="1" indent="-276843" defTabSz="1812066">
              <a:lnSpc>
                <a:spcPct val="112700"/>
              </a:lnSpc>
              <a:spcBef>
                <a:spcPts val="713"/>
              </a:spcBef>
              <a:buClr>
                <a:srgbClr val="214796"/>
              </a:buClr>
              <a:buFontTx/>
              <a:buAutoNum type="arabicPeriod"/>
              <a:tabLst>
                <a:tab pos="773903" algn="l"/>
              </a:tabLst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“Floyd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Mayweather,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Jr”,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“Kimbo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Slice”,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“Ronda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Rousey”,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“José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Aldo”,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“Joe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Frazier”,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“Wladimir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Klitschko”,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“Saul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Álvarez”,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“Gennady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Golovkin”,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“Nate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Diaz”,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10067" lvl="1" indent="-276843" defTabSz="1812066">
              <a:lnSpc>
                <a:spcPct val="112700"/>
              </a:lnSpc>
              <a:spcBef>
                <a:spcPts val="832"/>
              </a:spcBef>
              <a:buClr>
                <a:srgbClr val="214796"/>
              </a:buClr>
              <a:buFontTx/>
              <a:buAutoNum type="arabicPeriod"/>
              <a:tabLst>
                <a:tab pos="773903" algn="l"/>
              </a:tabLst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“Halloween”,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“Guy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Fawkes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Night”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“Diwali”,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“Hanukkah”,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“Groundhog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Day”,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“Rosh 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Hashanah”,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“Yom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Kippur”,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“Seventh-day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Adventist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Church”,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“Remembrance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Day”,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59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129613" lvl="1" indent="-276843" defTabSz="1812066">
              <a:lnSpc>
                <a:spcPct val="112700"/>
              </a:lnSpc>
              <a:spcBef>
                <a:spcPts val="842"/>
              </a:spcBef>
              <a:buClr>
                <a:srgbClr val="214796"/>
              </a:buClr>
              <a:buFontTx/>
              <a:buAutoNum type="arabicPeriod"/>
              <a:tabLst>
                <a:tab pos="773903" algn="l"/>
              </a:tabLst>
            </a:pP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“Mahatma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Gandhi”,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“Sigmund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Freud”,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“Carly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Fiorina”,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“Frederick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Douglass”,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“Marco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Rubio”,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“Christopher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Columbus”,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“Fidel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Castro”,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“Jim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Webb”,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697647221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4238" y="406078"/>
            <a:ext cx="4220501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-10" dirty="0"/>
              <a:t>Topics</a:t>
            </a:r>
            <a:r>
              <a:rPr dirty="0"/>
              <a:t> </a:t>
            </a:r>
            <a:r>
              <a:rPr spc="10" dirty="0"/>
              <a:t>discovered </a:t>
            </a:r>
            <a:r>
              <a:rPr spc="20" dirty="0"/>
              <a:t>(clusters</a:t>
            </a:r>
            <a:r>
              <a:rPr spc="10" dirty="0"/>
              <a:t> </a:t>
            </a:r>
            <a:r>
              <a:rPr spc="20" dirty="0"/>
              <a:t>4–6)</a:t>
            </a:r>
          </a:p>
        </p:txBody>
      </p:sp>
      <p:sp>
        <p:nvSpPr>
          <p:cNvPr id="3" name="object 3"/>
          <p:cNvSpPr/>
          <p:nvPr/>
        </p:nvSpPr>
        <p:spPr>
          <a:xfrm>
            <a:off x="3667059" y="1713770"/>
            <a:ext cx="5125254" cy="0"/>
          </a:xfrm>
          <a:custGeom>
            <a:avLst/>
            <a:gdLst/>
            <a:ahLst/>
            <a:cxnLst/>
            <a:rect l="l" t="t" r="r" b="b"/>
            <a:pathLst>
              <a:path w="2586354">
                <a:moveTo>
                  <a:pt x="0" y="0"/>
                </a:moveTo>
                <a:lnTo>
                  <a:pt x="2585986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9940" y="1178083"/>
            <a:ext cx="4769141" cy="84520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71810" indent="-247901" defTabSz="1812066"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73068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words with largest representative coefficients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defTabSz="1812066">
              <a:spcBef>
                <a:spcPts val="109"/>
              </a:spcBef>
            </a:pPr>
            <a:endParaRPr sz="2081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1975656" defTabSz="1812066">
              <a:tabLst>
                <a:tab pos="3786462" algn="l"/>
              </a:tabLst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4	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387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5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56465" y="1757281"/>
            <a:ext cx="770109" cy="242679"/>
          </a:xfrm>
          <a:prstGeom prst="rect">
            <a:avLst/>
          </a:prstGeom>
        </p:spPr>
        <p:txBody>
          <a:bodyPr vert="horz" wrap="square" lIns="0" tIns="28940" rIns="0" bIns="0" rtlCol="0">
            <a:spAutoFit/>
          </a:bodyPr>
          <a:lstStyle/>
          <a:p>
            <a:pPr marL="25168" defTabSz="1812066">
              <a:spcBef>
                <a:spcPts val="226"/>
              </a:spcBef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387" spc="-69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6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667058" y="2082768"/>
          <a:ext cx="5144127" cy="1689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1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222"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4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album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0.031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game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0.023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series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0.029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elease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season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0.020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season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0.027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song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team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episode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music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win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0.017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character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38"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single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player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film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0.008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239941" y="3835049"/>
            <a:ext cx="7609234" cy="2183288"/>
          </a:xfrm>
          <a:prstGeom prst="rect">
            <a:avLst/>
          </a:prstGeom>
        </p:spPr>
        <p:txBody>
          <a:bodyPr vert="horz" wrap="square" lIns="0" tIns="164844" rIns="0" bIns="0" rtlCol="0">
            <a:spAutoFit/>
          </a:bodyPr>
          <a:lstStyle/>
          <a:p>
            <a:pPr marL="271810" indent="-247901" defTabSz="1812066">
              <a:spcBef>
                <a:spcPts val="129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73068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titles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articles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closest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25168" lvl="1" indent="-276843" defTabSz="1812066">
              <a:lnSpc>
                <a:spcPct val="112700"/>
              </a:lnSpc>
              <a:spcBef>
                <a:spcPts val="713"/>
              </a:spcBef>
              <a:buClr>
                <a:srgbClr val="214796"/>
              </a:buClr>
              <a:buFontTx/>
              <a:buAutoNum type="arabicPeriod" startAt="4"/>
              <a:tabLst>
                <a:tab pos="773903" algn="l"/>
              </a:tabLst>
            </a:pP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“David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Bowie”,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“Kanye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West”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“Celine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Dion”,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“Kesha”,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“Ariana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Grande”,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“Adele”,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“Gwen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Stefani”,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“Anti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(album)”,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“Dolly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Parton”,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“Sia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Furler”,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10067" lvl="1" indent="-276843" defTabSz="1812066">
              <a:lnSpc>
                <a:spcPct val="112700"/>
              </a:lnSpc>
              <a:spcBef>
                <a:spcPts val="832"/>
              </a:spcBef>
              <a:buClr>
                <a:srgbClr val="214796"/>
              </a:buClr>
              <a:buFontTx/>
              <a:buAutoNum type="arabicPeriod" startAt="4"/>
              <a:tabLst>
                <a:tab pos="773903" algn="l"/>
              </a:tabLst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“Kobe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Bryant”,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“Lamar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Odom”,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“Johan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Cruyff”,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“Yogi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Berra”,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“José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Mourinho”,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“Halo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5: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Guardians”,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“Tom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Brady”,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“Eli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Manning”,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“Stephen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Curry”,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“Carolina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Panthers”,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99412" lvl="1" indent="-276843" defTabSz="1812066">
              <a:lnSpc>
                <a:spcPct val="112700"/>
              </a:lnSpc>
              <a:spcBef>
                <a:spcPts val="842"/>
              </a:spcBef>
              <a:buClr>
                <a:srgbClr val="214796"/>
              </a:buClr>
              <a:buFontTx/>
              <a:buAutoNum type="arabicPeriod" startAt="4"/>
              <a:tabLst>
                <a:tab pos="773903" algn="l"/>
              </a:tabLst>
            </a:pP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“The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X-Files”,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“Game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Thrones”,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“House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Cards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(U.S.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TV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series)”,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“Daredevil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(TV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series)”,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“Supergirl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(U.S.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TV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series)”,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“American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Horror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Story”,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034722083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4238" y="406078"/>
            <a:ext cx="4220501" cy="351982"/>
          </a:xfrm>
          <a:prstGeom prst="rect">
            <a:avLst/>
          </a:prstGeom>
        </p:spPr>
        <p:txBody>
          <a:bodyPr vert="horz" wrap="square" lIns="0" tIns="31459" rIns="0" bIns="0" rtlCol="0">
            <a:spAutoFit/>
          </a:bodyPr>
          <a:lstStyle/>
          <a:p>
            <a:pPr marL="25168">
              <a:spcBef>
                <a:spcPts val="248"/>
              </a:spcBef>
            </a:pPr>
            <a:r>
              <a:rPr spc="-10" dirty="0"/>
              <a:t>Topics</a:t>
            </a:r>
            <a:r>
              <a:rPr dirty="0"/>
              <a:t> </a:t>
            </a:r>
            <a:r>
              <a:rPr spc="10" dirty="0"/>
              <a:t>discovered </a:t>
            </a:r>
            <a:r>
              <a:rPr spc="20" dirty="0"/>
              <a:t>(clusters</a:t>
            </a:r>
            <a:r>
              <a:rPr spc="10" dirty="0"/>
              <a:t> </a:t>
            </a:r>
            <a:r>
              <a:rPr spc="20" dirty="0"/>
              <a:t>7–9)</a:t>
            </a:r>
          </a:p>
        </p:txBody>
      </p:sp>
      <p:sp>
        <p:nvSpPr>
          <p:cNvPr id="3" name="object 3"/>
          <p:cNvSpPr/>
          <p:nvPr/>
        </p:nvSpPr>
        <p:spPr>
          <a:xfrm>
            <a:off x="3455103" y="1713770"/>
            <a:ext cx="5549317" cy="0"/>
          </a:xfrm>
          <a:custGeom>
            <a:avLst/>
            <a:gdLst/>
            <a:ahLst/>
            <a:cxnLst/>
            <a:rect l="l" t="t" r="r" b="b"/>
            <a:pathLst>
              <a:path w="2800350">
                <a:moveTo>
                  <a:pt x="0" y="0"/>
                </a:moveTo>
                <a:lnTo>
                  <a:pt x="2799880" y="0"/>
                </a:lnTo>
              </a:path>
            </a:pathLst>
          </a:custGeom>
          <a:ln w="10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1812066"/>
            <a:endParaRPr sz="3567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9940" y="1178083"/>
            <a:ext cx="4794308" cy="84520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71810" indent="-247901" defTabSz="1812066">
              <a:spcBef>
                <a:spcPts val="18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73068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words with largest representative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coefficients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defTabSz="1812066">
              <a:spcBef>
                <a:spcPts val="109"/>
              </a:spcBef>
            </a:pPr>
            <a:endParaRPr sz="2081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2024733" defTabSz="1812066">
              <a:tabLst>
                <a:tab pos="4048207" algn="l"/>
              </a:tabLst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7	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387" spc="-59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8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2970951" y="12394312"/>
            <a:ext cx="7114973" cy="238907"/>
          </a:xfrm>
          <a:prstGeom prst="rect">
            <a:avLst/>
          </a:prstGeom>
        </p:spPr>
        <p:txBody>
          <a:bodyPr vert="horz" wrap="square" lIns="0" tIns="55367" rIns="0" bIns="0" rtlCol="0">
            <a:spAutoFit/>
          </a:bodyPr>
          <a:lstStyle/>
          <a:p>
            <a:pPr marL="25168" defTabSz="1812066">
              <a:spcBef>
                <a:spcPts val="436"/>
              </a:spcBef>
            </a:pPr>
            <a:r>
              <a:rPr spc="20" dirty="0"/>
              <a:t>Introduction</a:t>
            </a:r>
            <a:r>
              <a:rPr spc="10" dirty="0"/>
              <a:t> to </a:t>
            </a:r>
            <a:r>
              <a:rPr spc="20" dirty="0"/>
              <a:t>Applied Linear</a:t>
            </a:r>
            <a:r>
              <a:rPr spc="10" dirty="0"/>
              <a:t> </a:t>
            </a:r>
            <a:r>
              <a:rPr spc="20" dirty="0"/>
              <a:t>Algebra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8294" y="1757281"/>
            <a:ext cx="770109" cy="242679"/>
          </a:xfrm>
          <a:prstGeom prst="rect">
            <a:avLst/>
          </a:prstGeom>
        </p:spPr>
        <p:txBody>
          <a:bodyPr vert="horz" wrap="square" lIns="0" tIns="28940" rIns="0" bIns="0" rtlCol="0">
            <a:spAutoFit/>
          </a:bodyPr>
          <a:lstStyle/>
          <a:p>
            <a:pPr marL="25168" defTabSz="1812066">
              <a:spcBef>
                <a:spcPts val="226"/>
              </a:spcBef>
            </a:pP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387" spc="-69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9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455104" y="2082768"/>
          <a:ext cx="5563154" cy="1689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3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222"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Word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Coef.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6692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4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match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0.065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film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0.036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film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765"/>
                        </a:lnSpc>
                        <a:spcBef>
                          <a:spcPts val="275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0.061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9209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win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0.018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star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million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championship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role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0.014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release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0.013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93">
                <a:tc>
                  <a:txBody>
                    <a:bodyPr/>
                    <a:lstStyle/>
                    <a:p>
                      <a:pPr marR="679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team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play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star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765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0.010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138">
                <a:tc>
                  <a:txBody>
                    <a:bodyPr/>
                    <a:lstStyle/>
                    <a:p>
                      <a:pPr marR="679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dirty="0">
                          <a:latin typeface="Microsoft Sans Serif"/>
                          <a:cs typeface="Microsoft Sans Serif"/>
                        </a:rPr>
                        <a:t>event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0.015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series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0.009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character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400" spc="5" dirty="0">
                          <a:latin typeface="Microsoft Sans Serif"/>
                          <a:cs typeface="Microsoft Sans Serif"/>
                        </a:rPr>
                        <a:t>0.006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134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239940" y="3835049"/>
            <a:ext cx="7731294" cy="2183288"/>
          </a:xfrm>
          <a:prstGeom prst="rect">
            <a:avLst/>
          </a:prstGeom>
        </p:spPr>
        <p:txBody>
          <a:bodyPr vert="horz" wrap="square" lIns="0" tIns="164844" rIns="0" bIns="0" rtlCol="0">
            <a:spAutoFit/>
          </a:bodyPr>
          <a:lstStyle/>
          <a:p>
            <a:pPr marL="271810" indent="-247901" defTabSz="1812066">
              <a:spcBef>
                <a:spcPts val="1298"/>
              </a:spcBef>
              <a:buClr>
                <a:srgbClr val="214796"/>
              </a:buClr>
              <a:buSzPct val="77777"/>
              <a:buFont typeface="Lucida Sans Unicode"/>
              <a:buChar char="►"/>
              <a:tabLst>
                <a:tab pos="273068" algn="l"/>
              </a:tabLst>
            </a:pP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titles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dirty="0">
                <a:solidFill>
                  <a:prstClr val="black"/>
                </a:solidFill>
                <a:latin typeface="Microsoft Sans Serif"/>
                <a:cs typeface="Microsoft Sans Serif"/>
              </a:rPr>
              <a:t>articles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closest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to</a:t>
            </a:r>
            <a:r>
              <a:rPr sz="1784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cluster</a:t>
            </a:r>
            <a:r>
              <a:rPr sz="1784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784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representative</a:t>
            </a:r>
            <a:endParaRPr sz="1784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10067" lvl="1" indent="-276843" defTabSz="1812066">
              <a:lnSpc>
                <a:spcPct val="112700"/>
              </a:lnSpc>
              <a:spcBef>
                <a:spcPts val="713"/>
              </a:spcBef>
              <a:buClr>
                <a:srgbClr val="214796"/>
              </a:buClr>
              <a:buFontTx/>
              <a:buAutoNum type="arabicPeriod" startAt="7"/>
              <a:tabLst>
                <a:tab pos="773903" algn="l"/>
              </a:tabLst>
            </a:pP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“Wrestlemania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32”,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“Payback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(2016)”,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“Survivor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Series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(2015)”,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“Royal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Rumble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(2016)”,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“Night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of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Champions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(2015)”,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“Fastlane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(2016)”,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“Extreme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Rules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(2016)”,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6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640515" lvl="1" indent="-276843" defTabSz="1812066">
              <a:lnSpc>
                <a:spcPct val="112700"/>
              </a:lnSpc>
              <a:spcBef>
                <a:spcPts val="832"/>
              </a:spcBef>
              <a:buClr>
                <a:srgbClr val="214796"/>
              </a:buClr>
              <a:buFontTx/>
              <a:buAutoNum type="arabicPeriod" startAt="7"/>
              <a:tabLst>
                <a:tab pos="773903" algn="l"/>
              </a:tabLst>
            </a:pP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“Ben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Affleck”,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“Johnny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Depp”,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“Maureen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O’Hara”,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“Kate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Beckinsale”,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“Leonardo </a:t>
            </a:r>
            <a:r>
              <a:rPr sz="1387" spc="-33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DiCaprio”,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“Keanu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Reeves”,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“Charlie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Sheen”,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“Kate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Winslet”,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“Carrie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Fisher”,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73903" marR="157297" lvl="1" indent="-276843" defTabSz="1812066">
              <a:lnSpc>
                <a:spcPct val="112700"/>
              </a:lnSpc>
              <a:spcBef>
                <a:spcPts val="842"/>
              </a:spcBef>
              <a:buClr>
                <a:srgbClr val="214796"/>
              </a:buClr>
              <a:buFontTx/>
              <a:buAutoNum type="arabicPeriod" startAt="7"/>
              <a:tabLst>
                <a:tab pos="773903" algn="l"/>
              </a:tabLst>
            </a:pP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“Star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Wars:</a:t>
            </a:r>
            <a:r>
              <a:rPr sz="1387" spc="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Force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Awakens”,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“Star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Wars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Episode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I: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Phantom</a:t>
            </a:r>
            <a:r>
              <a:rPr sz="1387" spc="3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Menace”,</a:t>
            </a:r>
            <a:r>
              <a:rPr sz="1387" spc="4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“The </a:t>
            </a:r>
            <a:r>
              <a:rPr sz="1387" spc="-347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Ma</a:t>
            </a:r>
            <a:r>
              <a:rPr sz="1387" spc="5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tian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(film)”,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“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sz="1387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ev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enant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(2015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film)”,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“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The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Ha</a:t>
            </a:r>
            <a:r>
              <a:rPr sz="1387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eful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spc="10" dirty="0">
                <a:solidFill>
                  <a:prstClr val="black"/>
                </a:solidFill>
                <a:latin typeface="Microsoft Sans Serif"/>
                <a:cs typeface="Microsoft Sans Serif"/>
              </a:rPr>
              <a:t>Eight”,</a:t>
            </a:r>
            <a:r>
              <a:rPr sz="1387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r>
              <a:rPr sz="1387" spc="-178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sz="1387" dirty="0">
                <a:solidFill>
                  <a:prstClr val="black"/>
                </a:solidFill>
                <a:latin typeface="Microsoft Sans Serif"/>
                <a:cs typeface="Microsoft Sans Serif"/>
              </a:rPr>
              <a:t>.</a:t>
            </a:r>
            <a:endParaRPr sz="1387">
              <a:solidFill>
                <a:prstClr val="black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785909559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9399</TotalTime>
  <Words>1404</Words>
  <Application>Microsoft Office PowerPoint</Application>
  <PresentationFormat>Widescreen</PresentationFormat>
  <Paragraphs>271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Georgia</vt:lpstr>
      <vt:lpstr>Lucida Sans Unicode</vt:lpstr>
      <vt:lpstr>Microsoft Sans Serif</vt:lpstr>
      <vt:lpstr>Times New Roman</vt:lpstr>
      <vt:lpstr>1_Office Theme</vt:lpstr>
      <vt:lpstr>PowerPoint Presentation</vt:lpstr>
      <vt:lpstr>PowerPoint Presentation</vt:lpstr>
      <vt:lpstr>Clustering</vt:lpstr>
      <vt:lpstr>Example settings</vt:lpstr>
      <vt:lpstr>Clustering objective</vt:lpstr>
      <vt:lpstr>Partitioning the vectors given the representatives</vt:lpstr>
      <vt:lpstr>Choosing representatives given the partition</vt:lpstr>
      <vt:lpstr>k-means algorithm</vt:lpstr>
      <vt:lpstr>Convergence of k-means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Handwritten digit image set</vt:lpstr>
      <vt:lpstr>k-means image clustering</vt:lpstr>
      <vt:lpstr>PowerPoint Presentation</vt:lpstr>
      <vt:lpstr>Topic discovery</vt:lpstr>
      <vt:lpstr>Topics discovered (clusters 1–3)</vt:lpstr>
      <vt:lpstr>Topics discovered (clusters 4–6)</vt:lpstr>
      <vt:lpstr>Topics discovered (clusters 7–9)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Dương Việt Hằng</cp:lastModifiedBy>
  <cp:revision>112</cp:revision>
  <dcterms:created xsi:type="dcterms:W3CDTF">2023-01-07T10:56:02Z</dcterms:created>
  <dcterms:modified xsi:type="dcterms:W3CDTF">2025-10-02T01:32:07Z</dcterms:modified>
</cp:coreProperties>
</file>