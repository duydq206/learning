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93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026F-9EF1-7DDE-3398-517D41B06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95C88-2161-E4C7-EFF9-B2C81C4C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904C9-FFB1-30C3-9339-8642A756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DF04D-130C-80FA-B47A-5CA402416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1A3E9-A219-6D1D-C369-4505F1B8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5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45A3-1C1B-0349-762A-AA6AF084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E4FE5-A628-33C2-67CE-89D6FB598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BE08E-9C95-AB39-9715-E778AA25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1AF8A-3BF8-2C04-675B-56A5CC0F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8BD0D-8FA4-0020-E722-DB2B58EB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43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8056-5877-BF50-FAAC-22B1DA56D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24D27-1F93-DCB2-22A4-0B6BC746F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9C275-47F1-F23F-F8FB-2AFF06D7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93920-23D0-BC42-60FB-ED534BDF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AD41A-3C03-6E0A-4A09-7E7079F4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4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B4C9-2473-F5AE-FC51-360BBA2DE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83BA-E74D-66FE-0532-20672701F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725E7-BD99-8C72-3C1E-543734559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A1436-002A-BFAB-0F3E-118DF2CA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44FBE-D07A-8753-B5FE-68322C9A1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FD34B-9ACC-A2AF-CF0A-C865EB45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B4E4-46CD-3787-4E3A-774F3AE93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954F7-A275-3D22-F2B2-0979EA1C5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1B1D5-03A9-0F6A-C60C-395BCE604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86ADC-708C-76EF-693C-17F665BAF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D80AF-8BA2-90C7-5F9C-FF7836D23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A23441-0523-372D-3C17-47CE90B5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934783-165E-EAED-800D-79059863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EDF76-F62B-7B82-70E7-D6789A0A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2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0BE9-E0F2-5A42-4E26-7710F141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721C3-01BE-13EA-4B95-AA4D2DAA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B554C-106E-C37A-D8E7-559CF652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B9775-8B75-2C61-75E8-39342564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91F33B-EA25-6E8D-C63C-E114C28B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50BB1-1B5E-DA05-A773-F82DE57F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CBA75-9A86-2313-B4E8-9F1CCDA8B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8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70C0-AAC2-BAF6-D1B1-5E984CA67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8EF82-62F0-84D3-A66B-EAC9054C1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ECC43-503D-7C12-B39B-D1FF80495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5EC48-2D7C-86F3-F75C-2E858B1D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E7C0B-B6F3-A1B9-B70E-49141A2EA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55D06-2A4C-3A7E-F93A-53753E13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7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E0C2-2988-C606-BABE-58C7B160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11D99-C584-5C16-DB03-E0682D479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25012-DE45-8000-2ABF-9B4343391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F6096-8E27-444A-36ED-8590D729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34768-CC79-831D-2900-099C7CE6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21130-E965-B5CB-1FF7-F3129CEA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86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3E53-61A2-C9D1-1DD5-708B7575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B6C39-1AEA-EEDA-A6AA-3EA6E843C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D22C9-17BB-BB29-6535-5AA2178C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0924D-7F0F-1552-24B7-8971E381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EF4DD-D2C2-26C1-F547-35722C49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0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D269A-DAE6-92DF-1F27-1DE69E5945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EAF07-CAC1-7005-E200-828388939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D76B3-3C6F-F339-3A87-02C69BE9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7E874-477B-75BA-C4A3-5B739A9A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716A8-5299-63F0-876D-82FE690E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3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F3A277-9425-816A-1C76-61D72C08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6F001-D0E7-FA74-9C12-DADFE7191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789D1-CB58-8E7E-351F-F75CFB0D5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30C2F-DA0C-4976-BC60-EEACB6B06E9F}" type="datetimeFigureOut">
              <a:rPr lang="en-US" smtClean="0"/>
              <a:t>09-Dec-25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C60AF-31F1-8BD8-AC76-8E84209A0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81E6-AE5B-F6B9-9F5E-05BA3E569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764AB-8FE3-46CB-8012-3BDB8C004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2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03195C-C62A-BCEE-A114-9647AE495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761276"/>
              </p:ext>
            </p:extLst>
          </p:nvPr>
        </p:nvGraphicFramePr>
        <p:xfrm>
          <a:off x="0" y="1779458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2294289256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919069682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25587987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796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69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P2(2,7)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874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637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56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69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iRemain =  0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iReady = 3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2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5606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B53F584-A750-8C4D-2F29-3E7108F66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858225"/>
              </p:ext>
            </p:extLst>
          </p:nvPr>
        </p:nvGraphicFramePr>
        <p:xfrm>
          <a:off x="6254750" y="1779457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953841914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774512444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741482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109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856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P2(2,7)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854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67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548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13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2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3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6054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90F0AB5-D8F6-9498-237C-6094AFE84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284483"/>
              </p:ext>
            </p:extLst>
          </p:nvPr>
        </p:nvGraphicFramePr>
        <p:xfrm>
          <a:off x="0" y="4383686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3406283027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4190059292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228333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303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P1(0,6)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98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P2(2,7)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659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363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92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511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iReady = 1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4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0456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52A8F22-88A8-DEA4-800E-FA1D16264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321372"/>
              </p:ext>
            </p:extLst>
          </p:nvPr>
        </p:nvGraphicFramePr>
        <p:xfrm>
          <a:off x="6254750" y="4383686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219866405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884570621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1324836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922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104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P2(2,7)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856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767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661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P3(5,8)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62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5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028184"/>
                  </a:ext>
                </a:extLst>
              </a:tr>
            </a:tbl>
          </a:graphicData>
        </a:graphic>
      </p:graphicFrame>
      <p:sp>
        <p:nvSpPr>
          <p:cNvPr id="13" name="Arrow: Right 12">
            <a:extLst>
              <a:ext uri="{FF2B5EF4-FFF2-40B4-BE49-F238E27FC236}">
                <a16:creationId xmlns:a16="http://schemas.microsoft.com/office/drawing/2014/main" id="{8647E776-ECAA-D0F9-33FE-440942FB0F95}"/>
              </a:ext>
            </a:extLst>
          </p:cNvPr>
          <p:cNvSpPr/>
          <p:nvPr/>
        </p:nvSpPr>
        <p:spPr>
          <a:xfrm>
            <a:off x="5937249" y="2383002"/>
            <a:ext cx="317501" cy="442452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552B27B-450A-21E3-0196-0550EB35AE2C}"/>
              </a:ext>
            </a:extLst>
          </p:cNvPr>
          <p:cNvSpPr/>
          <p:nvPr/>
        </p:nvSpPr>
        <p:spPr>
          <a:xfrm>
            <a:off x="8862039" y="3429000"/>
            <a:ext cx="722671" cy="954685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FDF7959-6CDA-3715-39A4-D9E742B79F72}"/>
              </a:ext>
            </a:extLst>
          </p:cNvPr>
          <p:cNvSpPr/>
          <p:nvPr/>
        </p:nvSpPr>
        <p:spPr>
          <a:xfrm rot="10800000">
            <a:off x="5937249" y="4987231"/>
            <a:ext cx="317501" cy="442452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BE93C58-1DD6-AAFE-7C57-E113A991F79F}"/>
              </a:ext>
            </a:extLst>
          </p:cNvPr>
          <p:cNvSpPr/>
          <p:nvPr/>
        </p:nvSpPr>
        <p:spPr>
          <a:xfrm>
            <a:off x="2607289" y="824772"/>
            <a:ext cx="722671" cy="954685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7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65F887-DE21-F64B-CE00-32EAE7837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760579"/>
              </p:ext>
            </p:extLst>
          </p:nvPr>
        </p:nvGraphicFramePr>
        <p:xfrm>
          <a:off x="6254750" y="2604227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262597709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1517242082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6569250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259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711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P2(2,7)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104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673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448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8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2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3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12336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1F2AA7-1402-43D8-CDCE-E993B059C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950733"/>
              </p:ext>
            </p:extLst>
          </p:nvPr>
        </p:nvGraphicFramePr>
        <p:xfrm>
          <a:off x="-1" y="2604228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64029983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1461220180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16085850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Input[5]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ReadyQueue[5]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986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P2(2,7)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P1(0,6)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077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719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6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433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524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iRemain =  2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iReady = 2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0859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F012FD-A3BF-8B32-F2C4-1BBCEAE70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908540"/>
              </p:ext>
            </p:extLst>
          </p:nvPr>
        </p:nvGraphicFramePr>
        <p:xfrm>
          <a:off x="6254750" y="0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3156853410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165891673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283201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393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P2(2,7)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14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047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506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914951"/>
                  </a:ext>
                </a:extLst>
              </a:tr>
              <a:tr h="2193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50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4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01117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22E990-217A-5081-1D79-7C85FE506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898206"/>
              </p:ext>
            </p:extLst>
          </p:nvPr>
        </p:nvGraphicFramePr>
        <p:xfrm>
          <a:off x="-1" y="5208457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2995159756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773452122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979981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Input[5]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ReadyQueue[5]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506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P2(2,7)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906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199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P5(12,6)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68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028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iRemain =  0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iReady = 4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33924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A5BD4D-8471-C872-710E-5216360F3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15"/>
              </p:ext>
            </p:extLst>
          </p:nvPr>
        </p:nvGraphicFramePr>
        <p:xfrm>
          <a:off x="6254750" y="5208454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553147648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623931499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43357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394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42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48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effectLst/>
                        </a:rPr>
                        <a:t>P2(2,1)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91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46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4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8409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7733B1-AC51-9F45-12ED-97BB4A274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146985"/>
              </p:ext>
            </p:extLst>
          </p:nvPr>
        </p:nvGraphicFramePr>
        <p:xfrm>
          <a:off x="-1" y="-1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3631274833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207695221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963716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Input[5]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627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0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P2(2,7)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39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953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925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583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5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iReady = 0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97401"/>
                  </a:ext>
                </a:extLst>
              </a:tr>
            </a:tbl>
          </a:graphicData>
        </a:graphic>
      </p:graphicFrame>
      <p:sp>
        <p:nvSpPr>
          <p:cNvPr id="13" name="Arrow: Right 12">
            <a:extLst>
              <a:ext uri="{FF2B5EF4-FFF2-40B4-BE49-F238E27FC236}">
                <a16:creationId xmlns:a16="http://schemas.microsoft.com/office/drawing/2014/main" id="{432D8E76-056B-C769-D011-802381C72056}"/>
              </a:ext>
            </a:extLst>
          </p:cNvPr>
          <p:cNvSpPr/>
          <p:nvPr/>
        </p:nvSpPr>
        <p:spPr>
          <a:xfrm>
            <a:off x="5937249" y="603544"/>
            <a:ext cx="317501" cy="442452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C6AA7D3-5B7D-C74C-F384-0B4339DDF318}"/>
              </a:ext>
            </a:extLst>
          </p:cNvPr>
          <p:cNvSpPr/>
          <p:nvPr/>
        </p:nvSpPr>
        <p:spPr>
          <a:xfrm>
            <a:off x="8862039" y="1649542"/>
            <a:ext cx="722671" cy="954685"/>
          </a:xfrm>
          <a:prstGeom prst="down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243C712-463B-8ACF-6517-79117688F951}"/>
              </a:ext>
            </a:extLst>
          </p:cNvPr>
          <p:cNvSpPr/>
          <p:nvPr/>
        </p:nvSpPr>
        <p:spPr>
          <a:xfrm rot="10800000">
            <a:off x="5937248" y="3207772"/>
            <a:ext cx="317501" cy="442452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96319A5-9653-F09A-D07E-39226CD2BC84}"/>
              </a:ext>
            </a:extLst>
          </p:cNvPr>
          <p:cNvSpPr/>
          <p:nvPr/>
        </p:nvSpPr>
        <p:spPr>
          <a:xfrm>
            <a:off x="2607288" y="4253770"/>
            <a:ext cx="722671" cy="954685"/>
          </a:xfrm>
          <a:prstGeom prst="down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FC02D26-3E06-0607-3D07-F5C6916360F0}"/>
              </a:ext>
            </a:extLst>
          </p:cNvPr>
          <p:cNvSpPr/>
          <p:nvPr/>
        </p:nvSpPr>
        <p:spPr>
          <a:xfrm>
            <a:off x="5937247" y="5812004"/>
            <a:ext cx="317501" cy="442452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78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6E113F-2EC9-81F6-E996-E757FA15F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264804"/>
              </p:ext>
            </p:extLst>
          </p:nvPr>
        </p:nvGraphicFramePr>
        <p:xfrm>
          <a:off x="0" y="0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553147648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623931499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43357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394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P3(5,8)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42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P4(9,3)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48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effectLst/>
                        </a:rPr>
                        <a:t>P2(2,7)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91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46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4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840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E0CA7F-B401-4F53-3BA9-8ACD2310C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689409"/>
              </p:ext>
            </p:extLst>
          </p:nvPr>
        </p:nvGraphicFramePr>
        <p:xfrm>
          <a:off x="6254750" y="-1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553147648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623931499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43357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394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P4(9,3)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42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P5(12,6)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effectLst/>
                        </a:rPr>
                        <a:t>P2(2,7)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48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P3(5,8)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91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46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4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8409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9A3D5F-6D0D-E77B-CE52-A42FA0535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84548"/>
              </p:ext>
            </p:extLst>
          </p:nvPr>
        </p:nvGraphicFramePr>
        <p:xfrm>
          <a:off x="6254750" y="2604228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553147648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623931499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43357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394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P5(12,6)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42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effectLst/>
                        </a:rPr>
                        <a:t>P2(2,7)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P4(9,3)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P3(5,8)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48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91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46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4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8409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05CCFF-CD3A-D2D6-83EB-2C9657D6C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487897"/>
              </p:ext>
            </p:extLst>
          </p:nvPr>
        </p:nvGraphicFramePr>
        <p:xfrm>
          <a:off x="0" y="2604228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553147648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623931499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43357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394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effectLst/>
                        </a:rPr>
                        <a:t>P2(2,7)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42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P3(5,8)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P4(9,3)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P5(12,6)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48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91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46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4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8409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5C05F2-72FE-7B8D-A903-3040B2968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109432"/>
              </p:ext>
            </p:extLst>
          </p:nvPr>
        </p:nvGraphicFramePr>
        <p:xfrm>
          <a:off x="0" y="5208457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553147648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623931499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43357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394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P3(5,8)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42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P4(9,3)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P5(12,6)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48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P2(2,7)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91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46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4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8409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7F43015-B43E-7FBA-F6C2-3ADE202DB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90235"/>
              </p:ext>
            </p:extLst>
          </p:nvPr>
        </p:nvGraphicFramePr>
        <p:xfrm>
          <a:off x="6254750" y="5208456"/>
          <a:ext cx="5937250" cy="164954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1553147648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623931499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3433571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Input[5]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ReadyQueue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TerminatedArray</a:t>
                      </a:r>
                      <a:r>
                        <a:rPr lang="en-US" sz="1300" b="1" dirty="0">
                          <a:effectLst/>
                        </a:rPr>
                        <a:t>[5]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394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P1(0,6)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42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P4(9,3)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78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P5(12,6)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48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P2(2,7) 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91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>
                          <a:effectLst/>
                        </a:rPr>
                        <a:t> </a:t>
                      </a:r>
                      <a:endParaRPr lang="en-US" sz="13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effectLst/>
                        </a:rPr>
                        <a:t> P3(5,8)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46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iRemain</a:t>
                      </a:r>
                      <a:r>
                        <a:rPr lang="en-US" sz="1300" b="1" dirty="0">
                          <a:effectLst/>
                        </a:rPr>
                        <a:t> =  0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iReady</a:t>
                      </a:r>
                      <a:r>
                        <a:rPr lang="en-US" sz="1300" b="1" dirty="0">
                          <a:effectLst/>
                        </a:rPr>
                        <a:t> = 4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 err="1">
                          <a:effectLst/>
                        </a:rPr>
                        <a:t>iTerminated</a:t>
                      </a:r>
                      <a:r>
                        <a:rPr lang="en-US" sz="1300" b="1" dirty="0">
                          <a:effectLst/>
                        </a:rPr>
                        <a:t> = 1</a:t>
                      </a:r>
                      <a:endParaRPr lang="en-US" sz="13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84092"/>
                  </a:ext>
                </a:extLst>
              </a:tr>
            </a:tbl>
          </a:graphicData>
        </a:graphic>
      </p:graphicFrame>
      <p:sp>
        <p:nvSpPr>
          <p:cNvPr id="13" name="Arrow: Right 12">
            <a:extLst>
              <a:ext uri="{FF2B5EF4-FFF2-40B4-BE49-F238E27FC236}">
                <a16:creationId xmlns:a16="http://schemas.microsoft.com/office/drawing/2014/main" id="{1BB6EF86-8C03-B210-F1A2-8331CCE95CF5}"/>
              </a:ext>
            </a:extLst>
          </p:cNvPr>
          <p:cNvSpPr/>
          <p:nvPr/>
        </p:nvSpPr>
        <p:spPr>
          <a:xfrm>
            <a:off x="5937249" y="603544"/>
            <a:ext cx="317501" cy="442452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A26E829-3657-E37D-B65F-4FF16C48AD4A}"/>
              </a:ext>
            </a:extLst>
          </p:cNvPr>
          <p:cNvSpPr/>
          <p:nvPr/>
        </p:nvSpPr>
        <p:spPr>
          <a:xfrm rot="10800000">
            <a:off x="5937249" y="3207773"/>
            <a:ext cx="317501" cy="442452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BB86A73-48FD-F740-AD77-A438C3291589}"/>
              </a:ext>
            </a:extLst>
          </p:cNvPr>
          <p:cNvSpPr/>
          <p:nvPr/>
        </p:nvSpPr>
        <p:spPr>
          <a:xfrm>
            <a:off x="5937248" y="5812004"/>
            <a:ext cx="317501" cy="442452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E1BDD5C4-403C-2F4A-D609-4C377ACE69A3}"/>
              </a:ext>
            </a:extLst>
          </p:cNvPr>
          <p:cNvSpPr/>
          <p:nvPr/>
        </p:nvSpPr>
        <p:spPr>
          <a:xfrm>
            <a:off x="8862039" y="1649542"/>
            <a:ext cx="722671" cy="954685"/>
          </a:xfrm>
          <a:prstGeom prst="down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4F488FD8-EE2E-5190-CEC1-84E72D49A49B}"/>
              </a:ext>
            </a:extLst>
          </p:cNvPr>
          <p:cNvSpPr/>
          <p:nvPr/>
        </p:nvSpPr>
        <p:spPr>
          <a:xfrm>
            <a:off x="2607289" y="4253771"/>
            <a:ext cx="722671" cy="954685"/>
          </a:xfrm>
          <a:prstGeom prst="downArrow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1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644</Words>
  <Application>Microsoft Office PowerPoint</Application>
  <PresentationFormat>Widescreen</PresentationFormat>
  <Paragraphs>320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Đỗ Quang Duy</dc:creator>
  <cp:lastModifiedBy>Đỗ Quang Duy</cp:lastModifiedBy>
  <cp:revision>2</cp:revision>
  <dcterms:created xsi:type="dcterms:W3CDTF">2025-12-06T13:11:33Z</dcterms:created>
  <dcterms:modified xsi:type="dcterms:W3CDTF">2025-12-09T01:22:53Z</dcterms:modified>
</cp:coreProperties>
</file>